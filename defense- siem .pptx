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4"/>
  </p:sldMasterIdLst>
  <p:notesMasterIdLst>
    <p:notesMasterId r:id="rId31"/>
  </p:notesMasterIdLst>
  <p:sldIdLst>
    <p:sldId id="256" r:id="rId5"/>
    <p:sldId id="257" r:id="rId6"/>
    <p:sldId id="258" r:id="rId7"/>
    <p:sldId id="281" r:id="rId8"/>
    <p:sldId id="282" r:id="rId9"/>
    <p:sldId id="259" r:id="rId10"/>
    <p:sldId id="260" r:id="rId11"/>
    <p:sldId id="261" r:id="rId12"/>
    <p:sldId id="262" r:id="rId13"/>
    <p:sldId id="271" r:id="rId14"/>
    <p:sldId id="263" r:id="rId15"/>
    <p:sldId id="280" r:id="rId16"/>
    <p:sldId id="265" r:id="rId17"/>
    <p:sldId id="264" r:id="rId18"/>
    <p:sldId id="266" r:id="rId19"/>
    <p:sldId id="273" r:id="rId20"/>
    <p:sldId id="284" r:id="rId21"/>
    <p:sldId id="274" r:id="rId22"/>
    <p:sldId id="275" r:id="rId23"/>
    <p:sldId id="276" r:id="rId24"/>
    <p:sldId id="277" r:id="rId25"/>
    <p:sldId id="270" r:id="rId26"/>
    <p:sldId id="278" r:id="rId27"/>
    <p:sldId id="279" r:id="rId28"/>
    <p:sldId id="283" r:id="rId29"/>
    <p:sldId id="26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2418" autoAdjust="0"/>
  </p:normalViewPr>
  <p:slideViewPr>
    <p:cSldViewPr snapToGrid="0">
      <p:cViewPr varScale="1">
        <p:scale>
          <a:sx n="76" d="100"/>
          <a:sy n="76" d="100"/>
        </p:scale>
        <p:origin x="167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5E8F2B-F30E-4804-810C-55DEAABC662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D3561B91-C0FF-42C7-8FAE-E18A29D1C5E2}">
      <dgm:prSet/>
      <dgm:spPr/>
      <dgm:t>
        <a:bodyPr/>
        <a:lstStyle/>
        <a:p>
          <a:r>
            <a:rPr lang="en-US" dirty="0"/>
            <a:t>Defense-in-depth: Network, Host, Application layers</a:t>
          </a:r>
        </a:p>
      </dgm:t>
    </dgm:pt>
    <dgm:pt modelId="{03201164-C547-42A6-8422-474C92656379}" type="parTrans" cxnId="{29E31063-B672-49F9-B596-336084AC9C7A}">
      <dgm:prSet/>
      <dgm:spPr/>
      <dgm:t>
        <a:bodyPr/>
        <a:lstStyle/>
        <a:p>
          <a:endParaRPr lang="en-US"/>
        </a:p>
      </dgm:t>
    </dgm:pt>
    <dgm:pt modelId="{B5661705-C8E5-448E-8D88-0CF4CD1B70AC}" type="sibTrans" cxnId="{29E31063-B672-49F9-B596-336084AC9C7A}">
      <dgm:prSet/>
      <dgm:spPr/>
      <dgm:t>
        <a:bodyPr/>
        <a:lstStyle/>
        <a:p>
          <a:endParaRPr lang="en-US"/>
        </a:p>
      </dgm:t>
    </dgm:pt>
    <dgm:pt modelId="{5AB4BE1F-4736-4B41-8D94-48D1806C6B68}">
      <dgm:prSet/>
      <dgm:spPr/>
      <dgm:t>
        <a:bodyPr/>
        <a:lstStyle/>
        <a:p>
          <a:r>
            <a:rPr lang="en-US"/>
            <a:t> Early detection, efficient response</a:t>
          </a:r>
        </a:p>
      </dgm:t>
    </dgm:pt>
    <dgm:pt modelId="{00D4111D-4CC2-4BDC-9EF3-37A91ED88FCB}" type="parTrans" cxnId="{C0F4079D-176F-49AA-ACFF-3A06F638292A}">
      <dgm:prSet/>
      <dgm:spPr/>
      <dgm:t>
        <a:bodyPr/>
        <a:lstStyle/>
        <a:p>
          <a:endParaRPr lang="en-US"/>
        </a:p>
      </dgm:t>
    </dgm:pt>
    <dgm:pt modelId="{98270790-40B3-4B93-9173-30FAE7ECAD9A}" type="sibTrans" cxnId="{C0F4079D-176F-49AA-ACFF-3A06F638292A}">
      <dgm:prSet/>
      <dgm:spPr/>
      <dgm:t>
        <a:bodyPr/>
        <a:lstStyle/>
        <a:p>
          <a:endParaRPr lang="en-US"/>
        </a:p>
      </dgm:t>
    </dgm:pt>
    <dgm:pt modelId="{1660733F-DCA9-4EB0-9A65-6EDBEEA6C68E}">
      <dgm:prSet/>
      <dgm:spPr/>
      <dgm:t>
        <a:bodyPr/>
        <a:lstStyle/>
        <a:p>
          <a:r>
            <a:rPr lang="en-US" dirty="0"/>
            <a:t>Reduces risk of single point failure</a:t>
          </a:r>
        </a:p>
      </dgm:t>
    </dgm:pt>
    <dgm:pt modelId="{1B825D49-7A7B-4D0E-94C5-718DB5936E75}" type="parTrans" cxnId="{167AAF5D-A68F-443A-A4E9-2DC382B767AC}">
      <dgm:prSet/>
      <dgm:spPr/>
      <dgm:t>
        <a:bodyPr/>
        <a:lstStyle/>
        <a:p>
          <a:endParaRPr lang="en-US"/>
        </a:p>
      </dgm:t>
    </dgm:pt>
    <dgm:pt modelId="{68442395-8AB7-4783-9C11-2E276AC9D725}" type="sibTrans" cxnId="{167AAF5D-A68F-443A-A4E9-2DC382B767AC}">
      <dgm:prSet/>
      <dgm:spPr/>
      <dgm:t>
        <a:bodyPr/>
        <a:lstStyle/>
        <a:p>
          <a:endParaRPr lang="en-US"/>
        </a:p>
      </dgm:t>
    </dgm:pt>
    <dgm:pt modelId="{EA76BE44-B304-4A79-A688-3DF86158BF82}">
      <dgm:prSet/>
      <dgm:spPr/>
      <dgm:t>
        <a:bodyPr/>
        <a:lstStyle/>
        <a:p>
          <a:r>
            <a:rPr lang="en-US" dirty="0"/>
            <a:t>Enhances visibility and threat hunting capabilities</a:t>
          </a:r>
        </a:p>
      </dgm:t>
    </dgm:pt>
    <dgm:pt modelId="{F4F9B09F-B4DC-445E-9287-5F11BF9E5DC9}" type="parTrans" cxnId="{7DB57AB5-84EC-4F90-91B9-818D1A9D03E0}">
      <dgm:prSet/>
      <dgm:spPr/>
      <dgm:t>
        <a:bodyPr/>
        <a:lstStyle/>
        <a:p>
          <a:endParaRPr lang="en-US"/>
        </a:p>
      </dgm:t>
    </dgm:pt>
    <dgm:pt modelId="{4E961407-9B83-41AB-8CD2-DDEC16C498B3}" type="sibTrans" cxnId="{7DB57AB5-84EC-4F90-91B9-818D1A9D03E0}">
      <dgm:prSet/>
      <dgm:spPr/>
      <dgm:t>
        <a:bodyPr/>
        <a:lstStyle/>
        <a:p>
          <a:endParaRPr lang="en-US"/>
        </a:p>
      </dgm:t>
    </dgm:pt>
    <dgm:pt modelId="{2AC18CF6-104C-4529-986D-2C271A34AED8}" type="pres">
      <dgm:prSet presAssocID="{C05E8F2B-F30E-4804-810C-55DEAABC6628}" presName="root" presStyleCnt="0">
        <dgm:presLayoutVars>
          <dgm:dir/>
          <dgm:resizeHandles val="exact"/>
        </dgm:presLayoutVars>
      </dgm:prSet>
      <dgm:spPr/>
    </dgm:pt>
    <dgm:pt modelId="{B93B033C-AB41-4CC5-A4F9-35E2ECBA274E}" type="pres">
      <dgm:prSet presAssocID="{C05E8F2B-F30E-4804-810C-55DEAABC6628}" presName="container" presStyleCnt="0">
        <dgm:presLayoutVars>
          <dgm:dir/>
          <dgm:resizeHandles val="exact"/>
        </dgm:presLayoutVars>
      </dgm:prSet>
      <dgm:spPr/>
    </dgm:pt>
    <dgm:pt modelId="{F2FF22D0-B067-4348-A439-EC3DFB8E3A5A}" type="pres">
      <dgm:prSet presAssocID="{D3561B91-C0FF-42C7-8FAE-E18A29D1C5E2}" presName="compNode" presStyleCnt="0"/>
      <dgm:spPr/>
    </dgm:pt>
    <dgm:pt modelId="{81E9275C-C1CA-4C93-86C9-37E4A1BACECC}" type="pres">
      <dgm:prSet presAssocID="{D3561B91-C0FF-42C7-8FAE-E18A29D1C5E2}" presName="iconBgRect" presStyleLbl="bgShp" presStyleIdx="0" presStyleCnt="4"/>
      <dgm:spPr/>
    </dgm:pt>
    <dgm:pt modelId="{BB153A74-4B35-4C42-879E-6B53A5D271DE}" type="pres">
      <dgm:prSet presAssocID="{D3561B91-C0FF-42C7-8FAE-E18A29D1C5E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DDD86DAB-5E14-4944-9BDC-D28F822C78ED}" type="pres">
      <dgm:prSet presAssocID="{D3561B91-C0FF-42C7-8FAE-E18A29D1C5E2}" presName="spaceRect" presStyleCnt="0"/>
      <dgm:spPr/>
    </dgm:pt>
    <dgm:pt modelId="{C1ACB40B-4372-455D-9C02-1A7FAC8A9132}" type="pres">
      <dgm:prSet presAssocID="{D3561B91-C0FF-42C7-8FAE-E18A29D1C5E2}" presName="textRect" presStyleLbl="revTx" presStyleIdx="0" presStyleCnt="4">
        <dgm:presLayoutVars>
          <dgm:chMax val="1"/>
          <dgm:chPref val="1"/>
        </dgm:presLayoutVars>
      </dgm:prSet>
      <dgm:spPr/>
    </dgm:pt>
    <dgm:pt modelId="{34E46FF5-0181-43B0-94BD-838F40A29D0D}" type="pres">
      <dgm:prSet presAssocID="{B5661705-C8E5-448E-8D88-0CF4CD1B70AC}" presName="sibTrans" presStyleLbl="sibTrans2D1" presStyleIdx="0" presStyleCnt="0"/>
      <dgm:spPr/>
    </dgm:pt>
    <dgm:pt modelId="{C492B642-DD4C-4E87-BE60-D4F0FCE51562}" type="pres">
      <dgm:prSet presAssocID="{5AB4BE1F-4736-4B41-8D94-48D1806C6B68}" presName="compNode" presStyleCnt="0"/>
      <dgm:spPr/>
    </dgm:pt>
    <dgm:pt modelId="{BEF94472-9299-41DB-99F8-66124A7BC35A}" type="pres">
      <dgm:prSet presAssocID="{5AB4BE1F-4736-4B41-8D94-48D1806C6B68}" presName="iconBgRect" presStyleLbl="bgShp" presStyleIdx="1" presStyleCnt="4"/>
      <dgm:spPr/>
    </dgm:pt>
    <dgm:pt modelId="{9D5143B0-B37E-46F3-A358-84C654F75D4E}" type="pres">
      <dgm:prSet presAssocID="{5AB4BE1F-4736-4B41-8D94-48D1806C6B6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0DD9D16-E4C1-4563-9645-78D0326FF037}" type="pres">
      <dgm:prSet presAssocID="{5AB4BE1F-4736-4B41-8D94-48D1806C6B68}" presName="spaceRect" presStyleCnt="0"/>
      <dgm:spPr/>
    </dgm:pt>
    <dgm:pt modelId="{3B49DB16-D056-4DA1-8632-CE407DA2B1E8}" type="pres">
      <dgm:prSet presAssocID="{5AB4BE1F-4736-4B41-8D94-48D1806C6B68}" presName="textRect" presStyleLbl="revTx" presStyleIdx="1" presStyleCnt="4">
        <dgm:presLayoutVars>
          <dgm:chMax val="1"/>
          <dgm:chPref val="1"/>
        </dgm:presLayoutVars>
      </dgm:prSet>
      <dgm:spPr/>
    </dgm:pt>
    <dgm:pt modelId="{081B62DA-D051-40CF-A0E9-150B42B72C59}" type="pres">
      <dgm:prSet presAssocID="{98270790-40B3-4B93-9173-30FAE7ECAD9A}" presName="sibTrans" presStyleLbl="sibTrans2D1" presStyleIdx="0" presStyleCnt="0"/>
      <dgm:spPr/>
    </dgm:pt>
    <dgm:pt modelId="{AF8B6624-302E-45C6-91EA-D2D99EA39021}" type="pres">
      <dgm:prSet presAssocID="{1660733F-DCA9-4EB0-9A65-6EDBEEA6C68E}" presName="compNode" presStyleCnt="0"/>
      <dgm:spPr/>
    </dgm:pt>
    <dgm:pt modelId="{939E4DD0-62C7-4EC7-AB9D-E8B4090A5E1A}" type="pres">
      <dgm:prSet presAssocID="{1660733F-DCA9-4EB0-9A65-6EDBEEA6C68E}" presName="iconBgRect" presStyleLbl="bgShp" presStyleIdx="2" presStyleCnt="4"/>
      <dgm:spPr/>
    </dgm:pt>
    <dgm:pt modelId="{B441168F-44A5-4556-BC54-DFD05A8175DA}" type="pres">
      <dgm:prSet presAssocID="{1660733F-DCA9-4EB0-9A65-6EDBEEA6C68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E3BB2DD-35A5-4AA2-BD81-0C2267C60341}" type="pres">
      <dgm:prSet presAssocID="{1660733F-DCA9-4EB0-9A65-6EDBEEA6C68E}" presName="spaceRect" presStyleCnt="0"/>
      <dgm:spPr/>
    </dgm:pt>
    <dgm:pt modelId="{E4A5130C-72FD-4F1E-B48F-439C94D4C222}" type="pres">
      <dgm:prSet presAssocID="{1660733F-DCA9-4EB0-9A65-6EDBEEA6C68E}" presName="textRect" presStyleLbl="revTx" presStyleIdx="2" presStyleCnt="4">
        <dgm:presLayoutVars>
          <dgm:chMax val="1"/>
          <dgm:chPref val="1"/>
        </dgm:presLayoutVars>
      </dgm:prSet>
      <dgm:spPr/>
    </dgm:pt>
    <dgm:pt modelId="{F23EF0FC-4F44-423C-8604-840FCA5C1D13}" type="pres">
      <dgm:prSet presAssocID="{68442395-8AB7-4783-9C11-2E276AC9D725}" presName="sibTrans" presStyleLbl="sibTrans2D1" presStyleIdx="0" presStyleCnt="0"/>
      <dgm:spPr/>
    </dgm:pt>
    <dgm:pt modelId="{594DFD81-AC82-43FD-8E6D-72D36DB92396}" type="pres">
      <dgm:prSet presAssocID="{EA76BE44-B304-4A79-A688-3DF86158BF82}" presName="compNode" presStyleCnt="0"/>
      <dgm:spPr/>
    </dgm:pt>
    <dgm:pt modelId="{12E03F1D-EDD1-4423-A989-6C7617379B8F}" type="pres">
      <dgm:prSet presAssocID="{EA76BE44-B304-4A79-A688-3DF86158BF82}" presName="iconBgRect" presStyleLbl="bgShp" presStyleIdx="3" presStyleCnt="4"/>
      <dgm:spPr/>
    </dgm:pt>
    <dgm:pt modelId="{584CBB67-D9C7-49D3-A1DE-7DF4938C1751}" type="pres">
      <dgm:prSet presAssocID="{EA76BE44-B304-4A79-A688-3DF86158BF8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DEAA3815-13CF-4B02-88A6-F6BCA1C3AE95}" type="pres">
      <dgm:prSet presAssocID="{EA76BE44-B304-4A79-A688-3DF86158BF82}" presName="spaceRect" presStyleCnt="0"/>
      <dgm:spPr/>
    </dgm:pt>
    <dgm:pt modelId="{62B4E897-EF85-4E8B-AD94-5AF4D079DBF6}" type="pres">
      <dgm:prSet presAssocID="{EA76BE44-B304-4A79-A688-3DF86158BF8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2AD0110-515E-4EFC-97B8-A6DCCB7E531A}" type="presOf" srcId="{C05E8F2B-F30E-4804-810C-55DEAABC6628}" destId="{2AC18CF6-104C-4529-986D-2C271A34AED8}" srcOrd="0" destOrd="0" presId="urn:microsoft.com/office/officeart/2018/2/layout/IconCircleList"/>
    <dgm:cxn modelId="{E700B15C-6C7A-408C-8A78-D40903F29E12}" type="presOf" srcId="{98270790-40B3-4B93-9173-30FAE7ECAD9A}" destId="{081B62DA-D051-40CF-A0E9-150B42B72C59}" srcOrd="0" destOrd="0" presId="urn:microsoft.com/office/officeart/2018/2/layout/IconCircleList"/>
    <dgm:cxn modelId="{167AAF5D-A68F-443A-A4E9-2DC382B767AC}" srcId="{C05E8F2B-F30E-4804-810C-55DEAABC6628}" destId="{1660733F-DCA9-4EB0-9A65-6EDBEEA6C68E}" srcOrd="2" destOrd="0" parTransId="{1B825D49-7A7B-4D0E-94C5-718DB5936E75}" sibTransId="{68442395-8AB7-4783-9C11-2E276AC9D725}"/>
    <dgm:cxn modelId="{29E31063-B672-49F9-B596-336084AC9C7A}" srcId="{C05E8F2B-F30E-4804-810C-55DEAABC6628}" destId="{D3561B91-C0FF-42C7-8FAE-E18A29D1C5E2}" srcOrd="0" destOrd="0" parTransId="{03201164-C547-42A6-8422-474C92656379}" sibTransId="{B5661705-C8E5-448E-8D88-0CF4CD1B70AC}"/>
    <dgm:cxn modelId="{6B613B50-C5CA-4E93-9A10-BC0820F887BD}" type="presOf" srcId="{5AB4BE1F-4736-4B41-8D94-48D1806C6B68}" destId="{3B49DB16-D056-4DA1-8632-CE407DA2B1E8}" srcOrd="0" destOrd="0" presId="urn:microsoft.com/office/officeart/2018/2/layout/IconCircleList"/>
    <dgm:cxn modelId="{C0F4079D-176F-49AA-ACFF-3A06F638292A}" srcId="{C05E8F2B-F30E-4804-810C-55DEAABC6628}" destId="{5AB4BE1F-4736-4B41-8D94-48D1806C6B68}" srcOrd="1" destOrd="0" parTransId="{00D4111D-4CC2-4BDC-9EF3-37A91ED88FCB}" sibTransId="{98270790-40B3-4B93-9173-30FAE7ECAD9A}"/>
    <dgm:cxn modelId="{167FE8AE-A6A2-4BD2-A85D-D0E95FF57FB0}" type="presOf" srcId="{68442395-8AB7-4783-9C11-2E276AC9D725}" destId="{F23EF0FC-4F44-423C-8604-840FCA5C1D13}" srcOrd="0" destOrd="0" presId="urn:microsoft.com/office/officeart/2018/2/layout/IconCircleList"/>
    <dgm:cxn modelId="{7DB57AB5-84EC-4F90-91B9-818D1A9D03E0}" srcId="{C05E8F2B-F30E-4804-810C-55DEAABC6628}" destId="{EA76BE44-B304-4A79-A688-3DF86158BF82}" srcOrd="3" destOrd="0" parTransId="{F4F9B09F-B4DC-445E-9287-5F11BF9E5DC9}" sibTransId="{4E961407-9B83-41AB-8CD2-DDEC16C498B3}"/>
    <dgm:cxn modelId="{1ABEB1CD-B47B-44E8-9AA8-F97B50868057}" type="presOf" srcId="{1660733F-DCA9-4EB0-9A65-6EDBEEA6C68E}" destId="{E4A5130C-72FD-4F1E-B48F-439C94D4C222}" srcOrd="0" destOrd="0" presId="urn:microsoft.com/office/officeart/2018/2/layout/IconCircleList"/>
    <dgm:cxn modelId="{CB4198CE-E71B-49C7-B026-CDDE9F04EAED}" type="presOf" srcId="{EA76BE44-B304-4A79-A688-3DF86158BF82}" destId="{62B4E897-EF85-4E8B-AD94-5AF4D079DBF6}" srcOrd="0" destOrd="0" presId="urn:microsoft.com/office/officeart/2018/2/layout/IconCircleList"/>
    <dgm:cxn modelId="{4E584DD5-85D5-4ADE-97CD-39404C8F51A4}" type="presOf" srcId="{B5661705-C8E5-448E-8D88-0CF4CD1B70AC}" destId="{34E46FF5-0181-43B0-94BD-838F40A29D0D}" srcOrd="0" destOrd="0" presId="urn:microsoft.com/office/officeart/2018/2/layout/IconCircleList"/>
    <dgm:cxn modelId="{39A8F0D8-B3F1-4830-94AC-C20EF48246F2}" type="presOf" srcId="{D3561B91-C0FF-42C7-8FAE-E18A29D1C5E2}" destId="{C1ACB40B-4372-455D-9C02-1A7FAC8A9132}" srcOrd="0" destOrd="0" presId="urn:microsoft.com/office/officeart/2018/2/layout/IconCircleList"/>
    <dgm:cxn modelId="{AD917BF3-7F38-42D4-BFB7-4C02057EB5B8}" type="presParOf" srcId="{2AC18CF6-104C-4529-986D-2C271A34AED8}" destId="{B93B033C-AB41-4CC5-A4F9-35E2ECBA274E}" srcOrd="0" destOrd="0" presId="urn:microsoft.com/office/officeart/2018/2/layout/IconCircleList"/>
    <dgm:cxn modelId="{648E7E2D-BD3A-4273-A7C2-DF73C37BAD92}" type="presParOf" srcId="{B93B033C-AB41-4CC5-A4F9-35E2ECBA274E}" destId="{F2FF22D0-B067-4348-A439-EC3DFB8E3A5A}" srcOrd="0" destOrd="0" presId="urn:microsoft.com/office/officeart/2018/2/layout/IconCircleList"/>
    <dgm:cxn modelId="{385E8CE0-DE8C-4C21-9499-C0C67038C388}" type="presParOf" srcId="{F2FF22D0-B067-4348-A439-EC3DFB8E3A5A}" destId="{81E9275C-C1CA-4C93-86C9-37E4A1BACECC}" srcOrd="0" destOrd="0" presId="urn:microsoft.com/office/officeart/2018/2/layout/IconCircleList"/>
    <dgm:cxn modelId="{9F3C151C-1ED7-429D-8D52-BD0FE4170A8F}" type="presParOf" srcId="{F2FF22D0-B067-4348-A439-EC3DFB8E3A5A}" destId="{BB153A74-4B35-4C42-879E-6B53A5D271DE}" srcOrd="1" destOrd="0" presId="urn:microsoft.com/office/officeart/2018/2/layout/IconCircleList"/>
    <dgm:cxn modelId="{1B26C792-B2FF-498F-A894-4DAE93DB9623}" type="presParOf" srcId="{F2FF22D0-B067-4348-A439-EC3DFB8E3A5A}" destId="{DDD86DAB-5E14-4944-9BDC-D28F822C78ED}" srcOrd="2" destOrd="0" presId="urn:microsoft.com/office/officeart/2018/2/layout/IconCircleList"/>
    <dgm:cxn modelId="{7D5A1755-A9D8-4EC3-A8C8-6C0AE7198681}" type="presParOf" srcId="{F2FF22D0-B067-4348-A439-EC3DFB8E3A5A}" destId="{C1ACB40B-4372-455D-9C02-1A7FAC8A9132}" srcOrd="3" destOrd="0" presId="urn:microsoft.com/office/officeart/2018/2/layout/IconCircleList"/>
    <dgm:cxn modelId="{A7DF1E8D-643D-4621-AD53-08E0B598738A}" type="presParOf" srcId="{B93B033C-AB41-4CC5-A4F9-35E2ECBA274E}" destId="{34E46FF5-0181-43B0-94BD-838F40A29D0D}" srcOrd="1" destOrd="0" presId="urn:microsoft.com/office/officeart/2018/2/layout/IconCircleList"/>
    <dgm:cxn modelId="{A3C7AA4F-BA46-4E24-89E3-5F6283F6D6B8}" type="presParOf" srcId="{B93B033C-AB41-4CC5-A4F9-35E2ECBA274E}" destId="{C492B642-DD4C-4E87-BE60-D4F0FCE51562}" srcOrd="2" destOrd="0" presId="urn:microsoft.com/office/officeart/2018/2/layout/IconCircleList"/>
    <dgm:cxn modelId="{B3E84566-67FC-454F-893B-564EA71F6CEE}" type="presParOf" srcId="{C492B642-DD4C-4E87-BE60-D4F0FCE51562}" destId="{BEF94472-9299-41DB-99F8-66124A7BC35A}" srcOrd="0" destOrd="0" presId="urn:microsoft.com/office/officeart/2018/2/layout/IconCircleList"/>
    <dgm:cxn modelId="{A84B3169-2ED2-41CB-90FA-6D44584F2639}" type="presParOf" srcId="{C492B642-DD4C-4E87-BE60-D4F0FCE51562}" destId="{9D5143B0-B37E-46F3-A358-84C654F75D4E}" srcOrd="1" destOrd="0" presId="urn:microsoft.com/office/officeart/2018/2/layout/IconCircleList"/>
    <dgm:cxn modelId="{7BBFE0F4-54C0-42D1-8125-A8663076D8F8}" type="presParOf" srcId="{C492B642-DD4C-4E87-BE60-D4F0FCE51562}" destId="{60DD9D16-E4C1-4563-9645-78D0326FF037}" srcOrd="2" destOrd="0" presId="urn:microsoft.com/office/officeart/2018/2/layout/IconCircleList"/>
    <dgm:cxn modelId="{FC1BEB81-F85E-4BF1-B442-FB0364E0E93E}" type="presParOf" srcId="{C492B642-DD4C-4E87-BE60-D4F0FCE51562}" destId="{3B49DB16-D056-4DA1-8632-CE407DA2B1E8}" srcOrd="3" destOrd="0" presId="urn:microsoft.com/office/officeart/2018/2/layout/IconCircleList"/>
    <dgm:cxn modelId="{924F77D9-EF36-4700-9922-3744FBF0FA1E}" type="presParOf" srcId="{B93B033C-AB41-4CC5-A4F9-35E2ECBA274E}" destId="{081B62DA-D051-40CF-A0E9-150B42B72C59}" srcOrd="3" destOrd="0" presId="urn:microsoft.com/office/officeart/2018/2/layout/IconCircleList"/>
    <dgm:cxn modelId="{03D9E901-7887-451B-B587-8ABFBA077D1E}" type="presParOf" srcId="{B93B033C-AB41-4CC5-A4F9-35E2ECBA274E}" destId="{AF8B6624-302E-45C6-91EA-D2D99EA39021}" srcOrd="4" destOrd="0" presId="urn:microsoft.com/office/officeart/2018/2/layout/IconCircleList"/>
    <dgm:cxn modelId="{40388E22-9CC8-4EA0-ADD7-DC0741093982}" type="presParOf" srcId="{AF8B6624-302E-45C6-91EA-D2D99EA39021}" destId="{939E4DD0-62C7-4EC7-AB9D-E8B4090A5E1A}" srcOrd="0" destOrd="0" presId="urn:microsoft.com/office/officeart/2018/2/layout/IconCircleList"/>
    <dgm:cxn modelId="{5651BC96-DA1B-4E76-A181-EF78C503F5F6}" type="presParOf" srcId="{AF8B6624-302E-45C6-91EA-D2D99EA39021}" destId="{B441168F-44A5-4556-BC54-DFD05A8175DA}" srcOrd="1" destOrd="0" presId="urn:microsoft.com/office/officeart/2018/2/layout/IconCircleList"/>
    <dgm:cxn modelId="{15C012A4-58C9-42B0-BA3D-ED218E76BC8B}" type="presParOf" srcId="{AF8B6624-302E-45C6-91EA-D2D99EA39021}" destId="{8E3BB2DD-35A5-4AA2-BD81-0C2267C60341}" srcOrd="2" destOrd="0" presId="urn:microsoft.com/office/officeart/2018/2/layout/IconCircleList"/>
    <dgm:cxn modelId="{5F2550DA-5F66-44D3-AE8D-FC04B9DC6C77}" type="presParOf" srcId="{AF8B6624-302E-45C6-91EA-D2D99EA39021}" destId="{E4A5130C-72FD-4F1E-B48F-439C94D4C222}" srcOrd="3" destOrd="0" presId="urn:microsoft.com/office/officeart/2018/2/layout/IconCircleList"/>
    <dgm:cxn modelId="{AA67E987-5CDA-43CD-A358-032AA9B46330}" type="presParOf" srcId="{B93B033C-AB41-4CC5-A4F9-35E2ECBA274E}" destId="{F23EF0FC-4F44-423C-8604-840FCA5C1D13}" srcOrd="5" destOrd="0" presId="urn:microsoft.com/office/officeart/2018/2/layout/IconCircleList"/>
    <dgm:cxn modelId="{789680CB-9188-492B-A4D6-B1996F591C97}" type="presParOf" srcId="{B93B033C-AB41-4CC5-A4F9-35E2ECBA274E}" destId="{594DFD81-AC82-43FD-8E6D-72D36DB92396}" srcOrd="6" destOrd="0" presId="urn:microsoft.com/office/officeart/2018/2/layout/IconCircleList"/>
    <dgm:cxn modelId="{74B8C818-D6E2-4F5A-922E-1F8F791D08E9}" type="presParOf" srcId="{594DFD81-AC82-43FD-8E6D-72D36DB92396}" destId="{12E03F1D-EDD1-4423-A989-6C7617379B8F}" srcOrd="0" destOrd="0" presId="urn:microsoft.com/office/officeart/2018/2/layout/IconCircleList"/>
    <dgm:cxn modelId="{67C5608B-2040-4394-8810-109C7F7227D5}" type="presParOf" srcId="{594DFD81-AC82-43FD-8E6D-72D36DB92396}" destId="{584CBB67-D9C7-49D3-A1DE-7DF4938C1751}" srcOrd="1" destOrd="0" presId="urn:microsoft.com/office/officeart/2018/2/layout/IconCircleList"/>
    <dgm:cxn modelId="{C74C5088-E49B-45FA-AF06-78CAD5A9BDEE}" type="presParOf" srcId="{594DFD81-AC82-43FD-8E6D-72D36DB92396}" destId="{DEAA3815-13CF-4B02-88A6-F6BCA1C3AE95}" srcOrd="2" destOrd="0" presId="urn:microsoft.com/office/officeart/2018/2/layout/IconCircleList"/>
    <dgm:cxn modelId="{241CBE96-379E-482C-8F8F-45DE5DF5E3AD}" type="presParOf" srcId="{594DFD81-AC82-43FD-8E6D-72D36DB92396}" destId="{62B4E897-EF85-4E8B-AD94-5AF4D079DBF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0E4810-A268-4429-BC26-EC4AB4C0B039}" type="doc">
      <dgm:prSet loTypeId="urn:microsoft.com/office/officeart/2005/8/layout/process2" loCatId="process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375B434-C0EE-4C5C-8532-744EC5B8FB56}">
      <dgm:prSet/>
      <dgm:spPr/>
      <dgm:t>
        <a:bodyPr/>
        <a:lstStyle/>
        <a:p>
          <a:r>
            <a:rPr lang="en-US"/>
            <a:t> pfSense Firewall</a:t>
          </a:r>
        </a:p>
      </dgm:t>
    </dgm:pt>
    <dgm:pt modelId="{BD7FD4F7-BF9C-46BD-BC89-31A40B460292}" type="parTrans" cxnId="{9A152EB2-9660-4BF5-984E-C6F7A5EE650E}">
      <dgm:prSet/>
      <dgm:spPr/>
      <dgm:t>
        <a:bodyPr/>
        <a:lstStyle/>
        <a:p>
          <a:endParaRPr lang="en-US"/>
        </a:p>
      </dgm:t>
    </dgm:pt>
    <dgm:pt modelId="{BAB1FF56-50EA-4621-BE99-CFED41D6AE3B}" type="sibTrans" cxnId="{9A152EB2-9660-4BF5-984E-C6F7A5EE650E}">
      <dgm:prSet/>
      <dgm:spPr/>
      <dgm:t>
        <a:bodyPr/>
        <a:lstStyle/>
        <a:p>
          <a:endParaRPr lang="en-US"/>
        </a:p>
      </dgm:t>
    </dgm:pt>
    <dgm:pt modelId="{16687289-BE5E-4838-B6D7-67D33A064B87}">
      <dgm:prSet/>
      <dgm:spPr/>
      <dgm:t>
        <a:bodyPr/>
        <a:lstStyle/>
        <a:p>
          <a:r>
            <a:rPr lang="en-US"/>
            <a:t> Suricata – IDS/IPS</a:t>
          </a:r>
        </a:p>
      </dgm:t>
    </dgm:pt>
    <dgm:pt modelId="{905B2596-D17A-4DF2-9B6C-62F11BD2DC7F}" type="parTrans" cxnId="{F6BEDDA1-8F6C-4717-BF27-38534D9D6ED4}">
      <dgm:prSet/>
      <dgm:spPr/>
      <dgm:t>
        <a:bodyPr/>
        <a:lstStyle/>
        <a:p>
          <a:endParaRPr lang="en-US"/>
        </a:p>
      </dgm:t>
    </dgm:pt>
    <dgm:pt modelId="{C204BD4A-A9C6-497C-A734-A7D33945C5C4}" type="sibTrans" cxnId="{F6BEDDA1-8F6C-4717-BF27-38534D9D6ED4}">
      <dgm:prSet/>
      <dgm:spPr/>
      <dgm:t>
        <a:bodyPr/>
        <a:lstStyle/>
        <a:p>
          <a:endParaRPr lang="en-US"/>
        </a:p>
      </dgm:t>
    </dgm:pt>
    <dgm:pt modelId="{43D13B5F-3182-4B8B-A188-965CEB9081F1}">
      <dgm:prSet/>
      <dgm:spPr/>
      <dgm:t>
        <a:bodyPr/>
        <a:lstStyle/>
        <a:p>
          <a:r>
            <a:rPr lang="en-US"/>
            <a:t> Wazuh – SIEM Platform</a:t>
          </a:r>
        </a:p>
      </dgm:t>
    </dgm:pt>
    <dgm:pt modelId="{56CA3B8C-D8B3-4E77-B429-949D7C96A790}" type="parTrans" cxnId="{76A89FF0-9384-4D97-BA19-3476B123F3FB}">
      <dgm:prSet/>
      <dgm:spPr/>
      <dgm:t>
        <a:bodyPr/>
        <a:lstStyle/>
        <a:p>
          <a:endParaRPr lang="en-US"/>
        </a:p>
      </dgm:t>
    </dgm:pt>
    <dgm:pt modelId="{07F904F5-B92B-4054-8679-A7A8798B883C}" type="sibTrans" cxnId="{76A89FF0-9384-4D97-BA19-3476B123F3FB}">
      <dgm:prSet/>
      <dgm:spPr/>
      <dgm:t>
        <a:bodyPr/>
        <a:lstStyle/>
        <a:p>
          <a:endParaRPr lang="en-US"/>
        </a:p>
      </dgm:t>
    </dgm:pt>
    <dgm:pt modelId="{75BEAF82-0DDF-45E9-88A8-23142279FA2C}">
      <dgm:prSet/>
      <dgm:spPr/>
      <dgm:t>
        <a:bodyPr/>
        <a:lstStyle/>
        <a:p>
          <a:r>
            <a:rPr lang="en-US" dirty="0"/>
            <a:t> Virus Total</a:t>
          </a:r>
        </a:p>
      </dgm:t>
    </dgm:pt>
    <dgm:pt modelId="{9F93FD82-D19F-4E06-8191-DF5973C6DC40}" type="parTrans" cxnId="{4B0F4131-6898-497A-B0D2-D1DA02DD45E1}">
      <dgm:prSet/>
      <dgm:spPr/>
      <dgm:t>
        <a:bodyPr/>
        <a:lstStyle/>
        <a:p>
          <a:endParaRPr lang="en-US"/>
        </a:p>
      </dgm:t>
    </dgm:pt>
    <dgm:pt modelId="{5CF423B1-50DB-4F97-8C0C-F708531DD059}" type="sibTrans" cxnId="{4B0F4131-6898-497A-B0D2-D1DA02DD45E1}">
      <dgm:prSet/>
      <dgm:spPr/>
      <dgm:t>
        <a:bodyPr/>
        <a:lstStyle/>
        <a:p>
          <a:endParaRPr lang="en-US"/>
        </a:p>
      </dgm:t>
    </dgm:pt>
    <dgm:pt modelId="{6C13073C-31A1-44E1-BDA9-C04DBB142A42}">
      <dgm:prSet/>
      <dgm:spPr/>
      <dgm:t>
        <a:bodyPr/>
        <a:lstStyle/>
        <a:p>
          <a:r>
            <a:rPr lang="en-US" dirty="0"/>
            <a:t> Vulnerable System </a:t>
          </a:r>
        </a:p>
      </dgm:t>
    </dgm:pt>
    <dgm:pt modelId="{84875B36-5BCF-407B-ADE5-578359ADB477}" type="parTrans" cxnId="{B61CD460-147E-49F8-97FA-D4C9ED1311AE}">
      <dgm:prSet/>
      <dgm:spPr/>
      <dgm:t>
        <a:bodyPr/>
        <a:lstStyle/>
        <a:p>
          <a:endParaRPr lang="en-US"/>
        </a:p>
      </dgm:t>
    </dgm:pt>
    <dgm:pt modelId="{09C2F794-1C2D-4230-A2CA-A62384B7E351}" type="sibTrans" cxnId="{B61CD460-147E-49F8-97FA-D4C9ED1311AE}">
      <dgm:prSet/>
      <dgm:spPr/>
      <dgm:t>
        <a:bodyPr/>
        <a:lstStyle/>
        <a:p>
          <a:endParaRPr lang="en-US"/>
        </a:p>
      </dgm:t>
    </dgm:pt>
    <dgm:pt modelId="{8AD9A5C9-92CF-4F91-BDD7-0A4E73495C20}" type="pres">
      <dgm:prSet presAssocID="{9E0E4810-A268-4429-BC26-EC4AB4C0B039}" presName="linearFlow" presStyleCnt="0">
        <dgm:presLayoutVars>
          <dgm:resizeHandles val="exact"/>
        </dgm:presLayoutVars>
      </dgm:prSet>
      <dgm:spPr/>
    </dgm:pt>
    <dgm:pt modelId="{9AE878C8-75A0-4A1C-8D41-14E28304C9B4}" type="pres">
      <dgm:prSet presAssocID="{A375B434-C0EE-4C5C-8532-744EC5B8FB56}" presName="node" presStyleLbl="node1" presStyleIdx="0" presStyleCnt="5">
        <dgm:presLayoutVars>
          <dgm:bulletEnabled val="1"/>
        </dgm:presLayoutVars>
      </dgm:prSet>
      <dgm:spPr/>
    </dgm:pt>
    <dgm:pt modelId="{A7D56BAB-C5BC-45BF-988E-F8FE7079E520}" type="pres">
      <dgm:prSet presAssocID="{BAB1FF56-50EA-4621-BE99-CFED41D6AE3B}" presName="sibTrans" presStyleLbl="sibTrans2D1" presStyleIdx="0" presStyleCnt="4"/>
      <dgm:spPr/>
    </dgm:pt>
    <dgm:pt modelId="{ED1E8972-E8B0-45AD-A60A-1365419BB889}" type="pres">
      <dgm:prSet presAssocID="{BAB1FF56-50EA-4621-BE99-CFED41D6AE3B}" presName="connectorText" presStyleLbl="sibTrans2D1" presStyleIdx="0" presStyleCnt="4"/>
      <dgm:spPr/>
    </dgm:pt>
    <dgm:pt modelId="{224C8984-6318-4F91-B120-B8732AA713B6}" type="pres">
      <dgm:prSet presAssocID="{16687289-BE5E-4838-B6D7-67D33A064B87}" presName="node" presStyleLbl="node1" presStyleIdx="1" presStyleCnt="5">
        <dgm:presLayoutVars>
          <dgm:bulletEnabled val="1"/>
        </dgm:presLayoutVars>
      </dgm:prSet>
      <dgm:spPr/>
    </dgm:pt>
    <dgm:pt modelId="{905ED696-03C9-46BE-BF40-605F4D8B1003}" type="pres">
      <dgm:prSet presAssocID="{C204BD4A-A9C6-497C-A734-A7D33945C5C4}" presName="sibTrans" presStyleLbl="sibTrans2D1" presStyleIdx="1" presStyleCnt="4"/>
      <dgm:spPr/>
    </dgm:pt>
    <dgm:pt modelId="{C2601D67-D456-4379-B0F2-DBEBE78CBF3C}" type="pres">
      <dgm:prSet presAssocID="{C204BD4A-A9C6-497C-A734-A7D33945C5C4}" presName="connectorText" presStyleLbl="sibTrans2D1" presStyleIdx="1" presStyleCnt="4"/>
      <dgm:spPr/>
    </dgm:pt>
    <dgm:pt modelId="{2DAF148E-EEA1-4FF2-9146-EA952C40B40A}" type="pres">
      <dgm:prSet presAssocID="{43D13B5F-3182-4B8B-A188-965CEB9081F1}" presName="node" presStyleLbl="node1" presStyleIdx="2" presStyleCnt="5">
        <dgm:presLayoutVars>
          <dgm:bulletEnabled val="1"/>
        </dgm:presLayoutVars>
      </dgm:prSet>
      <dgm:spPr/>
    </dgm:pt>
    <dgm:pt modelId="{A6105909-0BEA-40D3-8932-C401AB9001E2}" type="pres">
      <dgm:prSet presAssocID="{07F904F5-B92B-4054-8679-A7A8798B883C}" presName="sibTrans" presStyleLbl="sibTrans2D1" presStyleIdx="2" presStyleCnt="4"/>
      <dgm:spPr/>
    </dgm:pt>
    <dgm:pt modelId="{BBDB3462-7E2E-4209-8B98-24CB51952AD9}" type="pres">
      <dgm:prSet presAssocID="{07F904F5-B92B-4054-8679-A7A8798B883C}" presName="connectorText" presStyleLbl="sibTrans2D1" presStyleIdx="2" presStyleCnt="4"/>
      <dgm:spPr/>
    </dgm:pt>
    <dgm:pt modelId="{44CBB621-AFDF-4E0B-9D56-C5F42B1E2CB3}" type="pres">
      <dgm:prSet presAssocID="{75BEAF82-0DDF-45E9-88A8-23142279FA2C}" presName="node" presStyleLbl="node1" presStyleIdx="3" presStyleCnt="5">
        <dgm:presLayoutVars>
          <dgm:bulletEnabled val="1"/>
        </dgm:presLayoutVars>
      </dgm:prSet>
      <dgm:spPr/>
    </dgm:pt>
    <dgm:pt modelId="{873A2D53-A018-4F28-9F07-E2A3AB41AB81}" type="pres">
      <dgm:prSet presAssocID="{5CF423B1-50DB-4F97-8C0C-F708531DD059}" presName="sibTrans" presStyleLbl="sibTrans2D1" presStyleIdx="3" presStyleCnt="4"/>
      <dgm:spPr/>
    </dgm:pt>
    <dgm:pt modelId="{6E8C0495-83F8-4265-BB23-233B5470FFCC}" type="pres">
      <dgm:prSet presAssocID="{5CF423B1-50DB-4F97-8C0C-F708531DD059}" presName="connectorText" presStyleLbl="sibTrans2D1" presStyleIdx="3" presStyleCnt="4"/>
      <dgm:spPr/>
    </dgm:pt>
    <dgm:pt modelId="{100CEC94-366A-4E60-99AC-2F8975730286}" type="pres">
      <dgm:prSet presAssocID="{6C13073C-31A1-44E1-BDA9-C04DBB142A42}" presName="node" presStyleLbl="node1" presStyleIdx="4" presStyleCnt="5">
        <dgm:presLayoutVars>
          <dgm:bulletEnabled val="1"/>
        </dgm:presLayoutVars>
      </dgm:prSet>
      <dgm:spPr/>
    </dgm:pt>
  </dgm:ptLst>
  <dgm:cxnLst>
    <dgm:cxn modelId="{4B0F4131-6898-497A-B0D2-D1DA02DD45E1}" srcId="{9E0E4810-A268-4429-BC26-EC4AB4C0B039}" destId="{75BEAF82-0DDF-45E9-88A8-23142279FA2C}" srcOrd="3" destOrd="0" parTransId="{9F93FD82-D19F-4E06-8191-DF5973C6DC40}" sibTransId="{5CF423B1-50DB-4F97-8C0C-F708531DD059}"/>
    <dgm:cxn modelId="{E8D41C32-B1A3-4815-9E62-4427A6F37392}" type="presOf" srcId="{16687289-BE5E-4838-B6D7-67D33A064B87}" destId="{224C8984-6318-4F91-B120-B8732AA713B6}" srcOrd="0" destOrd="0" presId="urn:microsoft.com/office/officeart/2005/8/layout/process2"/>
    <dgm:cxn modelId="{FBDE093B-5358-49DB-AC26-8CD43AB18C93}" type="presOf" srcId="{5CF423B1-50DB-4F97-8C0C-F708531DD059}" destId="{873A2D53-A018-4F28-9F07-E2A3AB41AB81}" srcOrd="0" destOrd="0" presId="urn:microsoft.com/office/officeart/2005/8/layout/process2"/>
    <dgm:cxn modelId="{EAC8A15B-F82A-458D-AA1D-558204365311}" type="presOf" srcId="{BAB1FF56-50EA-4621-BE99-CFED41D6AE3B}" destId="{ED1E8972-E8B0-45AD-A60A-1365419BB889}" srcOrd="1" destOrd="0" presId="urn:microsoft.com/office/officeart/2005/8/layout/process2"/>
    <dgm:cxn modelId="{B61CD460-147E-49F8-97FA-D4C9ED1311AE}" srcId="{9E0E4810-A268-4429-BC26-EC4AB4C0B039}" destId="{6C13073C-31A1-44E1-BDA9-C04DBB142A42}" srcOrd="4" destOrd="0" parTransId="{84875B36-5BCF-407B-ADE5-578359ADB477}" sibTransId="{09C2F794-1C2D-4230-A2CA-A62384B7E351}"/>
    <dgm:cxn modelId="{F196D473-8BB4-4759-8FF7-D98F0D702169}" type="presOf" srcId="{07F904F5-B92B-4054-8679-A7A8798B883C}" destId="{BBDB3462-7E2E-4209-8B98-24CB51952AD9}" srcOrd="1" destOrd="0" presId="urn:microsoft.com/office/officeart/2005/8/layout/process2"/>
    <dgm:cxn modelId="{7384BE55-CBE7-4BE2-AA43-DD0281729E7C}" type="presOf" srcId="{C204BD4A-A9C6-497C-A734-A7D33945C5C4}" destId="{905ED696-03C9-46BE-BF40-605F4D8B1003}" srcOrd="0" destOrd="0" presId="urn:microsoft.com/office/officeart/2005/8/layout/process2"/>
    <dgm:cxn modelId="{DDD71387-3DEB-4E18-B0CA-EB1DFB5FF289}" type="presOf" srcId="{9E0E4810-A268-4429-BC26-EC4AB4C0B039}" destId="{8AD9A5C9-92CF-4F91-BDD7-0A4E73495C20}" srcOrd="0" destOrd="0" presId="urn:microsoft.com/office/officeart/2005/8/layout/process2"/>
    <dgm:cxn modelId="{7A87398C-FC5B-4440-B59A-55C455089E07}" type="presOf" srcId="{75BEAF82-0DDF-45E9-88A8-23142279FA2C}" destId="{44CBB621-AFDF-4E0B-9D56-C5F42B1E2CB3}" srcOrd="0" destOrd="0" presId="urn:microsoft.com/office/officeart/2005/8/layout/process2"/>
    <dgm:cxn modelId="{1032558F-A451-465E-AE47-A7A883BA66A3}" type="presOf" srcId="{C204BD4A-A9C6-497C-A734-A7D33945C5C4}" destId="{C2601D67-D456-4379-B0F2-DBEBE78CBF3C}" srcOrd="1" destOrd="0" presId="urn:microsoft.com/office/officeart/2005/8/layout/process2"/>
    <dgm:cxn modelId="{76CF3B98-F04A-4AA1-972B-6B981E3A4CD4}" type="presOf" srcId="{6C13073C-31A1-44E1-BDA9-C04DBB142A42}" destId="{100CEC94-366A-4E60-99AC-2F8975730286}" srcOrd="0" destOrd="0" presId="urn:microsoft.com/office/officeart/2005/8/layout/process2"/>
    <dgm:cxn modelId="{499225A0-E550-4185-B619-93F0C393BC1A}" type="presOf" srcId="{5CF423B1-50DB-4F97-8C0C-F708531DD059}" destId="{6E8C0495-83F8-4265-BB23-233B5470FFCC}" srcOrd="1" destOrd="0" presId="urn:microsoft.com/office/officeart/2005/8/layout/process2"/>
    <dgm:cxn modelId="{F6BEDDA1-8F6C-4717-BF27-38534D9D6ED4}" srcId="{9E0E4810-A268-4429-BC26-EC4AB4C0B039}" destId="{16687289-BE5E-4838-B6D7-67D33A064B87}" srcOrd="1" destOrd="0" parTransId="{905B2596-D17A-4DF2-9B6C-62F11BD2DC7F}" sibTransId="{C204BD4A-A9C6-497C-A734-A7D33945C5C4}"/>
    <dgm:cxn modelId="{689A62A2-05C1-4E5D-878F-50F134CB91AF}" type="presOf" srcId="{07F904F5-B92B-4054-8679-A7A8798B883C}" destId="{A6105909-0BEA-40D3-8932-C401AB9001E2}" srcOrd="0" destOrd="0" presId="urn:microsoft.com/office/officeart/2005/8/layout/process2"/>
    <dgm:cxn modelId="{9A152EB2-9660-4BF5-984E-C6F7A5EE650E}" srcId="{9E0E4810-A268-4429-BC26-EC4AB4C0B039}" destId="{A375B434-C0EE-4C5C-8532-744EC5B8FB56}" srcOrd="0" destOrd="0" parTransId="{BD7FD4F7-BF9C-46BD-BC89-31A40B460292}" sibTransId="{BAB1FF56-50EA-4621-BE99-CFED41D6AE3B}"/>
    <dgm:cxn modelId="{459B03B4-5779-49BB-B50C-98C9F7107376}" type="presOf" srcId="{BAB1FF56-50EA-4621-BE99-CFED41D6AE3B}" destId="{A7D56BAB-C5BC-45BF-988E-F8FE7079E520}" srcOrd="0" destOrd="0" presId="urn:microsoft.com/office/officeart/2005/8/layout/process2"/>
    <dgm:cxn modelId="{BE7F58B9-3A0F-4AC4-AAEB-0FFFED298FAA}" type="presOf" srcId="{43D13B5F-3182-4B8B-A188-965CEB9081F1}" destId="{2DAF148E-EEA1-4FF2-9146-EA952C40B40A}" srcOrd="0" destOrd="0" presId="urn:microsoft.com/office/officeart/2005/8/layout/process2"/>
    <dgm:cxn modelId="{0C00ECBA-C230-49F5-9247-50984E75C07F}" type="presOf" srcId="{A375B434-C0EE-4C5C-8532-744EC5B8FB56}" destId="{9AE878C8-75A0-4A1C-8D41-14E28304C9B4}" srcOrd="0" destOrd="0" presId="urn:microsoft.com/office/officeart/2005/8/layout/process2"/>
    <dgm:cxn modelId="{76A89FF0-9384-4D97-BA19-3476B123F3FB}" srcId="{9E0E4810-A268-4429-BC26-EC4AB4C0B039}" destId="{43D13B5F-3182-4B8B-A188-965CEB9081F1}" srcOrd="2" destOrd="0" parTransId="{56CA3B8C-D8B3-4E77-B429-949D7C96A790}" sibTransId="{07F904F5-B92B-4054-8679-A7A8798B883C}"/>
    <dgm:cxn modelId="{ABF2136C-063C-4C90-B10E-F4E930D3ECB0}" type="presParOf" srcId="{8AD9A5C9-92CF-4F91-BDD7-0A4E73495C20}" destId="{9AE878C8-75A0-4A1C-8D41-14E28304C9B4}" srcOrd="0" destOrd="0" presId="urn:microsoft.com/office/officeart/2005/8/layout/process2"/>
    <dgm:cxn modelId="{0E7FAB7F-5F6D-441E-A23D-F24AAC3D1E9F}" type="presParOf" srcId="{8AD9A5C9-92CF-4F91-BDD7-0A4E73495C20}" destId="{A7D56BAB-C5BC-45BF-988E-F8FE7079E520}" srcOrd="1" destOrd="0" presId="urn:microsoft.com/office/officeart/2005/8/layout/process2"/>
    <dgm:cxn modelId="{5BF59082-FD3E-4644-A49B-252F6D19EFB8}" type="presParOf" srcId="{A7D56BAB-C5BC-45BF-988E-F8FE7079E520}" destId="{ED1E8972-E8B0-45AD-A60A-1365419BB889}" srcOrd="0" destOrd="0" presId="urn:microsoft.com/office/officeart/2005/8/layout/process2"/>
    <dgm:cxn modelId="{3062DEF3-E262-449E-9CAD-F7C0D33FFD3B}" type="presParOf" srcId="{8AD9A5C9-92CF-4F91-BDD7-0A4E73495C20}" destId="{224C8984-6318-4F91-B120-B8732AA713B6}" srcOrd="2" destOrd="0" presId="urn:microsoft.com/office/officeart/2005/8/layout/process2"/>
    <dgm:cxn modelId="{E054F3BD-2BE7-4F79-A80F-55BCDFC2A595}" type="presParOf" srcId="{8AD9A5C9-92CF-4F91-BDD7-0A4E73495C20}" destId="{905ED696-03C9-46BE-BF40-605F4D8B1003}" srcOrd="3" destOrd="0" presId="urn:microsoft.com/office/officeart/2005/8/layout/process2"/>
    <dgm:cxn modelId="{A6265F99-6198-4310-B494-4FDE33DB4BE3}" type="presParOf" srcId="{905ED696-03C9-46BE-BF40-605F4D8B1003}" destId="{C2601D67-D456-4379-B0F2-DBEBE78CBF3C}" srcOrd="0" destOrd="0" presId="urn:microsoft.com/office/officeart/2005/8/layout/process2"/>
    <dgm:cxn modelId="{8AD86856-3A74-44AD-B892-02FB70787D02}" type="presParOf" srcId="{8AD9A5C9-92CF-4F91-BDD7-0A4E73495C20}" destId="{2DAF148E-EEA1-4FF2-9146-EA952C40B40A}" srcOrd="4" destOrd="0" presId="urn:microsoft.com/office/officeart/2005/8/layout/process2"/>
    <dgm:cxn modelId="{797941DD-BBEA-4615-9692-9A1B964FCD4E}" type="presParOf" srcId="{8AD9A5C9-92CF-4F91-BDD7-0A4E73495C20}" destId="{A6105909-0BEA-40D3-8932-C401AB9001E2}" srcOrd="5" destOrd="0" presId="urn:microsoft.com/office/officeart/2005/8/layout/process2"/>
    <dgm:cxn modelId="{6D47683E-87E6-4B81-ADDE-7EDC8D6A8584}" type="presParOf" srcId="{A6105909-0BEA-40D3-8932-C401AB9001E2}" destId="{BBDB3462-7E2E-4209-8B98-24CB51952AD9}" srcOrd="0" destOrd="0" presId="urn:microsoft.com/office/officeart/2005/8/layout/process2"/>
    <dgm:cxn modelId="{01C15EF7-0F6B-464C-8CDF-B725BBE180F8}" type="presParOf" srcId="{8AD9A5C9-92CF-4F91-BDD7-0A4E73495C20}" destId="{44CBB621-AFDF-4E0B-9D56-C5F42B1E2CB3}" srcOrd="6" destOrd="0" presId="urn:microsoft.com/office/officeart/2005/8/layout/process2"/>
    <dgm:cxn modelId="{78C82F2C-51B6-4D85-A38C-3E1FC539E940}" type="presParOf" srcId="{8AD9A5C9-92CF-4F91-BDD7-0A4E73495C20}" destId="{873A2D53-A018-4F28-9F07-E2A3AB41AB81}" srcOrd="7" destOrd="0" presId="urn:microsoft.com/office/officeart/2005/8/layout/process2"/>
    <dgm:cxn modelId="{88EA05B8-17C9-4BDD-AF7B-E19F76132AC2}" type="presParOf" srcId="{873A2D53-A018-4F28-9F07-E2A3AB41AB81}" destId="{6E8C0495-83F8-4265-BB23-233B5470FFCC}" srcOrd="0" destOrd="0" presId="urn:microsoft.com/office/officeart/2005/8/layout/process2"/>
    <dgm:cxn modelId="{1A9DE561-1846-4307-8655-35264395DD37}" type="presParOf" srcId="{8AD9A5C9-92CF-4F91-BDD7-0A4E73495C20}" destId="{100CEC94-366A-4E60-99AC-2F8975730286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6F8DD5-4EB8-43D7-A985-AC05D909CCE3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7CD7397-CED6-4CCE-B443-916E6C1EF6A4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Install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Wazuh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agent via pkg </a:t>
          </a:r>
        </a:p>
      </dgm:t>
    </dgm:pt>
    <dgm:pt modelId="{8AE5BA54-99C2-4892-BF0A-3957E3E99ED8}" type="parTrans" cxnId="{D1C31ADD-C3B5-4FCD-BE2D-6A996859E226}">
      <dgm:prSet/>
      <dgm:spPr/>
      <dgm:t>
        <a:bodyPr/>
        <a:lstStyle/>
        <a:p>
          <a:endParaRPr lang="en-US" sz="2000"/>
        </a:p>
      </dgm:t>
    </dgm:pt>
    <dgm:pt modelId="{2C4EBCC8-8C7A-400E-93D2-2DA4D6C97D43}" type="sibTrans" cxnId="{D1C31ADD-C3B5-4FCD-BE2D-6A996859E226}">
      <dgm:prSet/>
      <dgm:spPr/>
      <dgm:t>
        <a:bodyPr/>
        <a:lstStyle/>
        <a:p>
          <a:endParaRPr lang="en-US" sz="2000"/>
        </a:p>
      </dgm:t>
    </dgm:pt>
    <dgm:pt modelId="{07572DAA-CBB8-4238-8547-E9752920DD87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Configure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ossec.conf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to match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Wazuh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manager IP</a:t>
          </a:r>
        </a:p>
      </dgm:t>
    </dgm:pt>
    <dgm:pt modelId="{47A11ED1-CB1C-4A96-B880-2726B3EBCEFB}" type="parTrans" cxnId="{4FE37EE5-9AE1-456F-925C-0BD96756CF6A}">
      <dgm:prSet/>
      <dgm:spPr/>
      <dgm:t>
        <a:bodyPr/>
        <a:lstStyle/>
        <a:p>
          <a:endParaRPr lang="en-US" sz="2000"/>
        </a:p>
      </dgm:t>
    </dgm:pt>
    <dgm:pt modelId="{A02BA2EC-3B1C-434C-A581-BB08FAB2DFD2}" type="sibTrans" cxnId="{4FE37EE5-9AE1-456F-925C-0BD96756CF6A}">
      <dgm:prSet/>
      <dgm:spPr/>
      <dgm:t>
        <a:bodyPr/>
        <a:lstStyle/>
        <a:p>
          <a:endParaRPr lang="en-US" sz="2000"/>
        </a:p>
      </dgm:t>
    </dgm:pt>
    <dgm:pt modelId="{150645DB-EAC5-4C61-9687-8DF0D3899169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Enable necessary ports and secure transmission</a:t>
          </a:r>
        </a:p>
      </dgm:t>
    </dgm:pt>
    <dgm:pt modelId="{A8FF9386-EBE4-4D52-AAD8-E5ABD4EC9DD2}" type="parTrans" cxnId="{8268DF1D-4C64-4AAA-BCA9-338A7CCE79F0}">
      <dgm:prSet/>
      <dgm:spPr/>
      <dgm:t>
        <a:bodyPr/>
        <a:lstStyle/>
        <a:p>
          <a:endParaRPr lang="en-US" sz="2000"/>
        </a:p>
      </dgm:t>
    </dgm:pt>
    <dgm:pt modelId="{F6FE59C9-0F22-457F-ABB6-52CD873C0788}" type="sibTrans" cxnId="{8268DF1D-4C64-4AAA-BCA9-338A7CCE79F0}">
      <dgm:prSet/>
      <dgm:spPr/>
      <dgm:t>
        <a:bodyPr/>
        <a:lstStyle/>
        <a:p>
          <a:endParaRPr lang="en-US" sz="2000"/>
        </a:p>
      </dgm:t>
    </dgm:pt>
    <dgm:pt modelId="{87074676-9CDD-411A-8A0D-FCB292A65016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 Verify connectivity with Wazuh dashboard</a:t>
          </a:r>
        </a:p>
      </dgm:t>
    </dgm:pt>
    <dgm:pt modelId="{634ACDCB-0CB0-4C27-AB41-E5793DF1EDBF}" type="parTrans" cxnId="{96C180A9-A021-4ED0-9061-CE8ACE5CF617}">
      <dgm:prSet/>
      <dgm:spPr/>
      <dgm:t>
        <a:bodyPr/>
        <a:lstStyle/>
        <a:p>
          <a:endParaRPr lang="en-US" sz="2000"/>
        </a:p>
      </dgm:t>
    </dgm:pt>
    <dgm:pt modelId="{67152A8A-3A49-4431-AD02-09595DCC6D92}" type="sibTrans" cxnId="{96C180A9-A021-4ED0-9061-CE8ACE5CF617}">
      <dgm:prSet/>
      <dgm:spPr/>
      <dgm:t>
        <a:bodyPr/>
        <a:lstStyle/>
        <a:p>
          <a:endParaRPr lang="en-US" sz="2000"/>
        </a:p>
      </dgm:t>
    </dgm:pt>
    <dgm:pt modelId="{CC773A44-2EAF-4E17-B79A-9CCE53F06A9C}" type="pres">
      <dgm:prSet presAssocID="{886F8DD5-4EB8-43D7-A985-AC05D909CCE3}" presName="linear" presStyleCnt="0">
        <dgm:presLayoutVars>
          <dgm:animLvl val="lvl"/>
          <dgm:resizeHandles val="exact"/>
        </dgm:presLayoutVars>
      </dgm:prSet>
      <dgm:spPr/>
    </dgm:pt>
    <dgm:pt modelId="{89E67F27-0EE1-4150-BF20-2E07FD56CCB1}" type="pres">
      <dgm:prSet presAssocID="{07CD7397-CED6-4CCE-B443-916E6C1EF6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62472E-1945-4097-9E0F-702A9F7DA57F}" type="pres">
      <dgm:prSet presAssocID="{2C4EBCC8-8C7A-400E-93D2-2DA4D6C97D43}" presName="spacer" presStyleCnt="0"/>
      <dgm:spPr/>
    </dgm:pt>
    <dgm:pt modelId="{83CBA072-212B-4D2C-9AF9-D23B01187C2C}" type="pres">
      <dgm:prSet presAssocID="{07572DAA-CBB8-4238-8547-E9752920DD8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CFDCCBD-065E-4EE4-ADED-6604CCF051FA}" type="pres">
      <dgm:prSet presAssocID="{A02BA2EC-3B1C-434C-A581-BB08FAB2DFD2}" presName="spacer" presStyleCnt="0"/>
      <dgm:spPr/>
    </dgm:pt>
    <dgm:pt modelId="{C3530DCD-3F5C-40DE-AE47-EAB270A86C3F}" type="pres">
      <dgm:prSet presAssocID="{150645DB-EAC5-4C61-9687-8DF0D389916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AB2C260-0D55-44B4-8EF1-7F7FA8FAC2FE}" type="pres">
      <dgm:prSet presAssocID="{F6FE59C9-0F22-457F-ABB6-52CD873C0788}" presName="spacer" presStyleCnt="0"/>
      <dgm:spPr/>
    </dgm:pt>
    <dgm:pt modelId="{17042E3F-CA1E-401E-80B9-1F3402AD8592}" type="pres">
      <dgm:prSet presAssocID="{87074676-9CDD-411A-8A0D-FCB292A650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268DF1D-4C64-4AAA-BCA9-338A7CCE79F0}" srcId="{886F8DD5-4EB8-43D7-A985-AC05D909CCE3}" destId="{150645DB-EAC5-4C61-9687-8DF0D3899169}" srcOrd="2" destOrd="0" parTransId="{A8FF9386-EBE4-4D52-AAD8-E5ABD4EC9DD2}" sibTransId="{F6FE59C9-0F22-457F-ABB6-52CD873C0788}"/>
    <dgm:cxn modelId="{83FF8721-C9E0-4321-BE61-989EF79E4AC0}" type="presOf" srcId="{886F8DD5-4EB8-43D7-A985-AC05D909CCE3}" destId="{CC773A44-2EAF-4E17-B79A-9CCE53F06A9C}" srcOrd="0" destOrd="0" presId="urn:microsoft.com/office/officeart/2005/8/layout/vList2"/>
    <dgm:cxn modelId="{CACA682A-6887-4F00-BC34-B6797D1FBAAD}" type="presOf" srcId="{07CD7397-CED6-4CCE-B443-916E6C1EF6A4}" destId="{89E67F27-0EE1-4150-BF20-2E07FD56CCB1}" srcOrd="0" destOrd="0" presId="urn:microsoft.com/office/officeart/2005/8/layout/vList2"/>
    <dgm:cxn modelId="{E4FD5696-87EE-4DE7-BA24-065239442054}" type="presOf" srcId="{07572DAA-CBB8-4238-8547-E9752920DD87}" destId="{83CBA072-212B-4D2C-9AF9-D23B01187C2C}" srcOrd="0" destOrd="0" presId="urn:microsoft.com/office/officeart/2005/8/layout/vList2"/>
    <dgm:cxn modelId="{96C180A9-A021-4ED0-9061-CE8ACE5CF617}" srcId="{886F8DD5-4EB8-43D7-A985-AC05D909CCE3}" destId="{87074676-9CDD-411A-8A0D-FCB292A65016}" srcOrd="3" destOrd="0" parTransId="{634ACDCB-0CB0-4C27-AB41-E5793DF1EDBF}" sibTransId="{67152A8A-3A49-4431-AD02-09595DCC6D92}"/>
    <dgm:cxn modelId="{A4E0E4CC-EBBA-44E6-ACE1-7EA22D8FB5AD}" type="presOf" srcId="{150645DB-EAC5-4C61-9687-8DF0D3899169}" destId="{C3530DCD-3F5C-40DE-AE47-EAB270A86C3F}" srcOrd="0" destOrd="0" presId="urn:microsoft.com/office/officeart/2005/8/layout/vList2"/>
    <dgm:cxn modelId="{D1C31ADD-C3B5-4FCD-BE2D-6A996859E226}" srcId="{886F8DD5-4EB8-43D7-A985-AC05D909CCE3}" destId="{07CD7397-CED6-4CCE-B443-916E6C1EF6A4}" srcOrd="0" destOrd="0" parTransId="{8AE5BA54-99C2-4892-BF0A-3957E3E99ED8}" sibTransId="{2C4EBCC8-8C7A-400E-93D2-2DA4D6C97D43}"/>
    <dgm:cxn modelId="{4FE37EE5-9AE1-456F-925C-0BD96756CF6A}" srcId="{886F8DD5-4EB8-43D7-A985-AC05D909CCE3}" destId="{07572DAA-CBB8-4238-8547-E9752920DD87}" srcOrd="1" destOrd="0" parTransId="{47A11ED1-CB1C-4A96-B880-2726B3EBCEFB}" sibTransId="{A02BA2EC-3B1C-434C-A581-BB08FAB2DFD2}"/>
    <dgm:cxn modelId="{24AC88ED-3728-4105-ABCE-60C648043FBE}" type="presOf" srcId="{87074676-9CDD-411A-8A0D-FCB292A65016}" destId="{17042E3F-CA1E-401E-80B9-1F3402AD8592}" srcOrd="0" destOrd="0" presId="urn:microsoft.com/office/officeart/2005/8/layout/vList2"/>
    <dgm:cxn modelId="{3FF3A25C-C292-412E-9FA9-03B7E6056026}" type="presParOf" srcId="{CC773A44-2EAF-4E17-B79A-9CCE53F06A9C}" destId="{89E67F27-0EE1-4150-BF20-2E07FD56CCB1}" srcOrd="0" destOrd="0" presId="urn:microsoft.com/office/officeart/2005/8/layout/vList2"/>
    <dgm:cxn modelId="{52C95748-4168-4BC3-A71C-58A2D8FF899A}" type="presParOf" srcId="{CC773A44-2EAF-4E17-B79A-9CCE53F06A9C}" destId="{1962472E-1945-4097-9E0F-702A9F7DA57F}" srcOrd="1" destOrd="0" presId="urn:microsoft.com/office/officeart/2005/8/layout/vList2"/>
    <dgm:cxn modelId="{CEF0A440-173D-404E-81D0-E5BF27EB14E1}" type="presParOf" srcId="{CC773A44-2EAF-4E17-B79A-9CCE53F06A9C}" destId="{83CBA072-212B-4D2C-9AF9-D23B01187C2C}" srcOrd="2" destOrd="0" presId="urn:microsoft.com/office/officeart/2005/8/layout/vList2"/>
    <dgm:cxn modelId="{8B3859C7-BD8B-42D6-8FF5-B8EDD7E10E6A}" type="presParOf" srcId="{CC773A44-2EAF-4E17-B79A-9CCE53F06A9C}" destId="{8CFDCCBD-065E-4EE4-ADED-6604CCF051FA}" srcOrd="3" destOrd="0" presId="urn:microsoft.com/office/officeart/2005/8/layout/vList2"/>
    <dgm:cxn modelId="{DC74B17D-3907-4B7E-A83A-A2FAE64DF470}" type="presParOf" srcId="{CC773A44-2EAF-4E17-B79A-9CCE53F06A9C}" destId="{C3530DCD-3F5C-40DE-AE47-EAB270A86C3F}" srcOrd="4" destOrd="0" presId="urn:microsoft.com/office/officeart/2005/8/layout/vList2"/>
    <dgm:cxn modelId="{1E24F0A7-FD24-4400-8C66-7113A5335440}" type="presParOf" srcId="{CC773A44-2EAF-4E17-B79A-9CCE53F06A9C}" destId="{6AB2C260-0D55-44B4-8EF1-7F7FA8FAC2FE}" srcOrd="5" destOrd="0" presId="urn:microsoft.com/office/officeart/2005/8/layout/vList2"/>
    <dgm:cxn modelId="{374270D1-32FA-4A58-9CFA-DC7C9AA803E1}" type="presParOf" srcId="{CC773A44-2EAF-4E17-B79A-9CCE53F06A9C}" destId="{17042E3F-CA1E-401E-80B9-1F3402AD859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215395-9E51-45AB-BEE6-F2B27C594CF5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AB8AFA8-1C11-4E4D-91D6-57C93C3826E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Suricata package via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pfSense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repository</a:t>
          </a:r>
        </a:p>
      </dgm:t>
    </dgm:pt>
    <dgm:pt modelId="{F94BFC0D-200B-4848-9E2A-E3E50BD63259}" type="parTrans" cxnId="{7061566C-FD32-4554-BE74-EABD479BAC1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690101-8069-46AA-B327-8C3535A7C804}" type="sibTrans" cxnId="{7061566C-FD32-4554-BE74-EABD479BAC1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D5D36A-D687-44C7-8456-8B03FFFC5E0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Rulesets (ET open, Emerging Threats, Snort rulesets &amp; others)</a:t>
          </a:r>
        </a:p>
      </dgm:t>
    </dgm:pt>
    <dgm:pt modelId="{44211E07-446B-4DC0-AD0F-D5795356E1B0}" type="parTrans" cxnId="{B2D8B086-F8E6-476F-A21E-F174A85CEE1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704F62-6452-45B0-9BE3-3DE4C5E4F8C8}" type="sibTrans" cxnId="{B2D8B086-F8E6-476F-A21E-F174A85CEE1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CD9309-8B3C-4C38-9CF3-35D17FF88CD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Logs forwarded to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Wazuh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for correlation</a:t>
          </a:r>
        </a:p>
      </dgm:t>
    </dgm:pt>
    <dgm:pt modelId="{DA5EBBE6-7E89-4976-8B12-5BB1CA06821E}" type="parTrans" cxnId="{FBF5ED6B-3C59-4B1A-8EB9-6AB88E6A37C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30E67C-E6C8-4BD0-893F-641894AF9055}" type="sibTrans" cxnId="{FBF5ED6B-3C59-4B1A-8EB9-6AB88E6A37C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62ADAE-903F-4AF8-AC39-CB6E8F65C84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Real-time traffic inspection </a:t>
          </a:r>
        </a:p>
      </dgm:t>
    </dgm:pt>
    <dgm:pt modelId="{E80D16D5-CA33-4595-960E-8F07065AF949}" type="sibTrans" cxnId="{16128886-04A3-4D3C-82FA-9AC3C8ADDB3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E29381-66F7-4AC4-BD11-EF3C6A3E986A}" type="parTrans" cxnId="{16128886-04A3-4D3C-82FA-9AC3C8ADDB3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162BF2-C574-4D72-9C7D-83D8EB104D18}" type="pres">
      <dgm:prSet presAssocID="{AF215395-9E51-45AB-BEE6-F2B27C594CF5}" presName="linear" presStyleCnt="0">
        <dgm:presLayoutVars>
          <dgm:animLvl val="lvl"/>
          <dgm:resizeHandles val="exact"/>
        </dgm:presLayoutVars>
      </dgm:prSet>
      <dgm:spPr/>
    </dgm:pt>
    <dgm:pt modelId="{FE93BA23-7866-4F09-9FA3-FD7FE0551B89}" type="pres">
      <dgm:prSet presAssocID="{8AB8AFA8-1C11-4E4D-91D6-57C93C3826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96DE589-1462-4EC4-A604-45B1FB65E660}" type="pres">
      <dgm:prSet presAssocID="{76690101-8069-46AA-B327-8C3535A7C804}" presName="spacer" presStyleCnt="0"/>
      <dgm:spPr/>
    </dgm:pt>
    <dgm:pt modelId="{F7CC83CC-211B-4E73-A3B9-73DA881B6A59}" type="pres">
      <dgm:prSet presAssocID="{6662ADAE-903F-4AF8-AC39-CB6E8F65C84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F4EFCA-6DB2-4AC6-836E-C81547F9987A}" type="pres">
      <dgm:prSet presAssocID="{E80D16D5-CA33-4595-960E-8F07065AF949}" presName="spacer" presStyleCnt="0"/>
      <dgm:spPr/>
    </dgm:pt>
    <dgm:pt modelId="{AE11E9DF-F11E-48D2-B139-22EA2AA1DD9D}" type="pres">
      <dgm:prSet presAssocID="{A6D5D36A-D687-44C7-8456-8B03FFFC5E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9518FD0-456C-49D0-97C9-1CA9CB62C071}" type="pres">
      <dgm:prSet presAssocID="{7E704F62-6452-45B0-9BE3-3DE4C5E4F8C8}" presName="spacer" presStyleCnt="0"/>
      <dgm:spPr/>
    </dgm:pt>
    <dgm:pt modelId="{4CCFF9E8-91FC-4BAA-8E71-7B56EE6C5266}" type="pres">
      <dgm:prSet presAssocID="{BCCD9309-8B3C-4C38-9CF3-35D17FF88C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4D09C02-92A8-4409-9444-DE29DBAED7D5}" type="presOf" srcId="{8AB8AFA8-1C11-4E4D-91D6-57C93C3826E5}" destId="{FE93BA23-7866-4F09-9FA3-FD7FE0551B89}" srcOrd="0" destOrd="0" presId="urn:microsoft.com/office/officeart/2005/8/layout/vList2"/>
    <dgm:cxn modelId="{CB74F63C-1A1C-4FEF-82A5-8653D0BEC03C}" type="presOf" srcId="{BCCD9309-8B3C-4C38-9CF3-35D17FF88CD1}" destId="{4CCFF9E8-91FC-4BAA-8E71-7B56EE6C5266}" srcOrd="0" destOrd="0" presId="urn:microsoft.com/office/officeart/2005/8/layout/vList2"/>
    <dgm:cxn modelId="{90A8E766-266B-4F4A-A83C-FE69B78E2672}" type="presOf" srcId="{A6D5D36A-D687-44C7-8456-8B03FFFC5E02}" destId="{AE11E9DF-F11E-48D2-B139-22EA2AA1DD9D}" srcOrd="0" destOrd="0" presId="urn:microsoft.com/office/officeart/2005/8/layout/vList2"/>
    <dgm:cxn modelId="{FBF5ED6B-3C59-4B1A-8EB9-6AB88E6A37C3}" srcId="{AF215395-9E51-45AB-BEE6-F2B27C594CF5}" destId="{BCCD9309-8B3C-4C38-9CF3-35D17FF88CD1}" srcOrd="3" destOrd="0" parTransId="{DA5EBBE6-7E89-4976-8B12-5BB1CA06821E}" sibTransId="{B930E67C-E6C8-4BD0-893F-641894AF9055}"/>
    <dgm:cxn modelId="{7061566C-FD32-4554-BE74-EABD479BAC1C}" srcId="{AF215395-9E51-45AB-BEE6-F2B27C594CF5}" destId="{8AB8AFA8-1C11-4E4D-91D6-57C93C3826E5}" srcOrd="0" destOrd="0" parTransId="{F94BFC0D-200B-4848-9E2A-E3E50BD63259}" sibTransId="{76690101-8069-46AA-B327-8C3535A7C804}"/>
    <dgm:cxn modelId="{16128886-04A3-4D3C-82FA-9AC3C8ADDB3F}" srcId="{AF215395-9E51-45AB-BEE6-F2B27C594CF5}" destId="{6662ADAE-903F-4AF8-AC39-CB6E8F65C849}" srcOrd="1" destOrd="0" parTransId="{78E29381-66F7-4AC4-BD11-EF3C6A3E986A}" sibTransId="{E80D16D5-CA33-4595-960E-8F07065AF949}"/>
    <dgm:cxn modelId="{B2D8B086-F8E6-476F-A21E-F174A85CEE1F}" srcId="{AF215395-9E51-45AB-BEE6-F2B27C594CF5}" destId="{A6D5D36A-D687-44C7-8456-8B03FFFC5E02}" srcOrd="2" destOrd="0" parTransId="{44211E07-446B-4DC0-AD0F-D5795356E1B0}" sibTransId="{7E704F62-6452-45B0-9BE3-3DE4C5E4F8C8}"/>
    <dgm:cxn modelId="{826B119F-F6EB-4FE4-9253-DD41B35B9D51}" type="presOf" srcId="{6662ADAE-903F-4AF8-AC39-CB6E8F65C849}" destId="{F7CC83CC-211B-4E73-A3B9-73DA881B6A59}" srcOrd="0" destOrd="0" presId="urn:microsoft.com/office/officeart/2005/8/layout/vList2"/>
    <dgm:cxn modelId="{142730A0-F1C6-40A1-B428-9E603C89C20D}" type="presOf" srcId="{AF215395-9E51-45AB-BEE6-F2B27C594CF5}" destId="{DB162BF2-C574-4D72-9C7D-83D8EB104D18}" srcOrd="0" destOrd="0" presId="urn:microsoft.com/office/officeart/2005/8/layout/vList2"/>
    <dgm:cxn modelId="{65A9DB8F-8C17-4676-B533-818ACC7A9164}" type="presParOf" srcId="{DB162BF2-C574-4D72-9C7D-83D8EB104D18}" destId="{FE93BA23-7866-4F09-9FA3-FD7FE0551B89}" srcOrd="0" destOrd="0" presId="urn:microsoft.com/office/officeart/2005/8/layout/vList2"/>
    <dgm:cxn modelId="{523BBB6C-1E9C-4A06-AFF0-FB48C0710FC9}" type="presParOf" srcId="{DB162BF2-C574-4D72-9C7D-83D8EB104D18}" destId="{D96DE589-1462-4EC4-A604-45B1FB65E660}" srcOrd="1" destOrd="0" presId="urn:microsoft.com/office/officeart/2005/8/layout/vList2"/>
    <dgm:cxn modelId="{B44A42E9-3133-4FFE-B17F-B581980A7CB4}" type="presParOf" srcId="{DB162BF2-C574-4D72-9C7D-83D8EB104D18}" destId="{F7CC83CC-211B-4E73-A3B9-73DA881B6A59}" srcOrd="2" destOrd="0" presId="urn:microsoft.com/office/officeart/2005/8/layout/vList2"/>
    <dgm:cxn modelId="{1544D847-3114-4664-90D2-7DE6B1C1AEC2}" type="presParOf" srcId="{DB162BF2-C574-4D72-9C7D-83D8EB104D18}" destId="{65F4EFCA-6DB2-4AC6-836E-C81547F9987A}" srcOrd="3" destOrd="0" presId="urn:microsoft.com/office/officeart/2005/8/layout/vList2"/>
    <dgm:cxn modelId="{78E0C2A1-F467-4851-90E9-780EC1537804}" type="presParOf" srcId="{DB162BF2-C574-4D72-9C7D-83D8EB104D18}" destId="{AE11E9DF-F11E-48D2-B139-22EA2AA1DD9D}" srcOrd="4" destOrd="0" presId="urn:microsoft.com/office/officeart/2005/8/layout/vList2"/>
    <dgm:cxn modelId="{878068F4-B183-4F24-B51E-10F32794EE24}" type="presParOf" srcId="{DB162BF2-C574-4D72-9C7D-83D8EB104D18}" destId="{69518FD0-456C-49D0-97C9-1CA9CB62C071}" srcOrd="5" destOrd="0" presId="urn:microsoft.com/office/officeart/2005/8/layout/vList2"/>
    <dgm:cxn modelId="{1A05E0A5-E4C5-42A8-B61F-3A718A416A88}" type="presParOf" srcId="{DB162BF2-C574-4D72-9C7D-83D8EB104D18}" destId="{4CCFF9E8-91FC-4BAA-8E71-7B56EE6C526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DE4D56-01C4-41FD-8605-928041AF4291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CE1FBE6-E4F5-4A19-977A-7FBA2D3AA67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Centralized log collection &amp; analysis</a:t>
          </a:r>
        </a:p>
      </dgm:t>
    </dgm:pt>
    <dgm:pt modelId="{9ECBB523-EF31-40ED-9DF8-8F26DA0FC14A}" type="parTrans" cxnId="{2AD51022-E5BE-45C7-A9F4-5DCD5337B80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CC3910-0FD1-4C6A-A13A-A39BA400A3BF}" type="sibTrans" cxnId="{2AD51022-E5BE-45C7-A9F4-5DCD5337B80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ED4395-5614-4D02-9857-4B2265DA8DA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with pfSense, Virus Total, Postfix Server, Window 10 pro</a:t>
          </a:r>
        </a:p>
      </dgm:t>
    </dgm:pt>
    <dgm:pt modelId="{FC7B377F-FE4C-486E-B9C3-3B6D41023363}" type="parTrans" cxnId="{E3929FF7-1397-49D9-B56C-9D0E850D671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115585-6F28-4F5B-BCB0-730DC9844F94}" type="sibTrans" cxnId="{E3929FF7-1397-49D9-B56C-9D0E850D671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6C2D82-95FA-44EF-9791-6564E1997D1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Rules engine for suspicious activity detection</a:t>
          </a:r>
        </a:p>
      </dgm:t>
    </dgm:pt>
    <dgm:pt modelId="{70CF381A-037C-4110-ACF7-EE2545A8AC41}" type="parTrans" cxnId="{097FEC36-096A-4A29-95B5-B3761377904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35B8DC-3A74-4A35-8C77-A1BB9A41BB1D}" type="sibTrans" cxnId="{097FEC36-096A-4A29-95B5-B3761377904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CE0DBC-8356-47B0-8F3C-E1477048409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Real-time alert generation</a:t>
          </a:r>
        </a:p>
      </dgm:t>
    </dgm:pt>
    <dgm:pt modelId="{B6ABC2E2-C762-4C78-AE36-737BD7C043E6}" type="parTrans" cxnId="{60A30A90-3626-48F8-8DF0-1C8B7F1625E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4A072D-2F07-4FEA-8800-597C0C7F1966}" type="sibTrans" cxnId="{60A30A90-3626-48F8-8DF0-1C8B7F1625E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351EF0-CDCC-4151-9958-EC458D56BB6B}" type="pres">
      <dgm:prSet presAssocID="{53DE4D56-01C4-41FD-8605-928041AF4291}" presName="linear" presStyleCnt="0">
        <dgm:presLayoutVars>
          <dgm:animLvl val="lvl"/>
          <dgm:resizeHandles val="exact"/>
        </dgm:presLayoutVars>
      </dgm:prSet>
      <dgm:spPr/>
    </dgm:pt>
    <dgm:pt modelId="{A64AE074-8CA0-437B-84B7-24452D3063B6}" type="pres">
      <dgm:prSet presAssocID="{FCE1FBE6-E4F5-4A19-977A-7FBA2D3AA67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5122E8E-8D65-4273-854A-B8B5FC95C5B5}" type="pres">
      <dgm:prSet presAssocID="{1CCC3910-0FD1-4C6A-A13A-A39BA400A3BF}" presName="spacer" presStyleCnt="0"/>
      <dgm:spPr/>
    </dgm:pt>
    <dgm:pt modelId="{6AF9117D-F784-49DD-BEF4-8ED0CF49D82F}" type="pres">
      <dgm:prSet presAssocID="{CDED4395-5614-4D02-9857-4B2265DA8DA5}" presName="parentText" presStyleLbl="node1" presStyleIdx="1" presStyleCnt="4" custLinFactNeighborY="25967">
        <dgm:presLayoutVars>
          <dgm:chMax val="0"/>
          <dgm:bulletEnabled val="1"/>
        </dgm:presLayoutVars>
      </dgm:prSet>
      <dgm:spPr/>
    </dgm:pt>
    <dgm:pt modelId="{4653FD3C-15A8-48E1-9785-3C8D438E26B1}" type="pres">
      <dgm:prSet presAssocID="{18115585-6F28-4F5B-BCB0-730DC9844F94}" presName="spacer" presStyleCnt="0"/>
      <dgm:spPr/>
    </dgm:pt>
    <dgm:pt modelId="{3E9FF630-A3C9-41E2-8BB4-274515114BDB}" type="pres">
      <dgm:prSet presAssocID="{3E6C2D82-95FA-44EF-9791-6564E1997D1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B1E818E-A2E7-490D-BDDC-EE37A0450E3B}" type="pres">
      <dgm:prSet presAssocID="{4835B8DC-3A74-4A35-8C77-A1BB9A41BB1D}" presName="spacer" presStyleCnt="0"/>
      <dgm:spPr/>
    </dgm:pt>
    <dgm:pt modelId="{BB3EA214-DC5C-428A-8506-33343320F999}" type="pres">
      <dgm:prSet presAssocID="{7DCE0DBC-8356-47B0-8F3C-E1477048409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B2A9C16-EFFA-49EE-813D-515CC150603C}" type="presOf" srcId="{53DE4D56-01C4-41FD-8605-928041AF4291}" destId="{38351EF0-CDCC-4151-9958-EC458D56BB6B}" srcOrd="0" destOrd="0" presId="urn:microsoft.com/office/officeart/2005/8/layout/vList2"/>
    <dgm:cxn modelId="{2AD51022-E5BE-45C7-A9F4-5DCD5337B807}" srcId="{53DE4D56-01C4-41FD-8605-928041AF4291}" destId="{FCE1FBE6-E4F5-4A19-977A-7FBA2D3AA67D}" srcOrd="0" destOrd="0" parTransId="{9ECBB523-EF31-40ED-9DF8-8F26DA0FC14A}" sibTransId="{1CCC3910-0FD1-4C6A-A13A-A39BA400A3BF}"/>
    <dgm:cxn modelId="{097FEC36-096A-4A29-95B5-B3761377904D}" srcId="{53DE4D56-01C4-41FD-8605-928041AF4291}" destId="{3E6C2D82-95FA-44EF-9791-6564E1997D1F}" srcOrd="2" destOrd="0" parTransId="{70CF381A-037C-4110-ACF7-EE2545A8AC41}" sibTransId="{4835B8DC-3A74-4A35-8C77-A1BB9A41BB1D}"/>
    <dgm:cxn modelId="{50B3285D-FB30-471D-9D6B-AA660B031A8E}" type="presOf" srcId="{7DCE0DBC-8356-47B0-8F3C-E14770484095}" destId="{BB3EA214-DC5C-428A-8506-33343320F999}" srcOrd="0" destOrd="0" presId="urn:microsoft.com/office/officeart/2005/8/layout/vList2"/>
    <dgm:cxn modelId="{24B9444E-2C1D-4295-AAAD-8AC1AD7F89E7}" type="presOf" srcId="{CDED4395-5614-4D02-9857-4B2265DA8DA5}" destId="{6AF9117D-F784-49DD-BEF4-8ED0CF49D82F}" srcOrd="0" destOrd="0" presId="urn:microsoft.com/office/officeart/2005/8/layout/vList2"/>
    <dgm:cxn modelId="{60A30A90-3626-48F8-8DF0-1C8B7F1625ED}" srcId="{53DE4D56-01C4-41FD-8605-928041AF4291}" destId="{7DCE0DBC-8356-47B0-8F3C-E14770484095}" srcOrd="3" destOrd="0" parTransId="{B6ABC2E2-C762-4C78-AE36-737BD7C043E6}" sibTransId="{274A072D-2F07-4FEA-8800-597C0C7F1966}"/>
    <dgm:cxn modelId="{EA12F0A1-31DC-44F6-8612-C9D48B71FD66}" type="presOf" srcId="{3E6C2D82-95FA-44EF-9791-6564E1997D1F}" destId="{3E9FF630-A3C9-41E2-8BB4-274515114BDB}" srcOrd="0" destOrd="0" presId="urn:microsoft.com/office/officeart/2005/8/layout/vList2"/>
    <dgm:cxn modelId="{0CEA3DD2-2B71-4826-80BF-A1A865F10EB5}" type="presOf" srcId="{FCE1FBE6-E4F5-4A19-977A-7FBA2D3AA67D}" destId="{A64AE074-8CA0-437B-84B7-24452D3063B6}" srcOrd="0" destOrd="0" presId="urn:microsoft.com/office/officeart/2005/8/layout/vList2"/>
    <dgm:cxn modelId="{E3929FF7-1397-49D9-B56C-9D0E850D671D}" srcId="{53DE4D56-01C4-41FD-8605-928041AF4291}" destId="{CDED4395-5614-4D02-9857-4B2265DA8DA5}" srcOrd="1" destOrd="0" parTransId="{FC7B377F-FE4C-486E-B9C3-3B6D41023363}" sibTransId="{18115585-6F28-4F5B-BCB0-730DC9844F94}"/>
    <dgm:cxn modelId="{11DE4FED-8A08-48D1-9C13-D9E82A0EF608}" type="presParOf" srcId="{38351EF0-CDCC-4151-9958-EC458D56BB6B}" destId="{A64AE074-8CA0-437B-84B7-24452D3063B6}" srcOrd="0" destOrd="0" presId="urn:microsoft.com/office/officeart/2005/8/layout/vList2"/>
    <dgm:cxn modelId="{D4D73702-1333-45A8-95CC-3390BB6CE302}" type="presParOf" srcId="{38351EF0-CDCC-4151-9958-EC458D56BB6B}" destId="{65122E8E-8D65-4273-854A-B8B5FC95C5B5}" srcOrd="1" destOrd="0" presId="urn:microsoft.com/office/officeart/2005/8/layout/vList2"/>
    <dgm:cxn modelId="{21A70F6D-32F5-4D53-9A61-9469A262FB1B}" type="presParOf" srcId="{38351EF0-CDCC-4151-9958-EC458D56BB6B}" destId="{6AF9117D-F784-49DD-BEF4-8ED0CF49D82F}" srcOrd="2" destOrd="0" presId="urn:microsoft.com/office/officeart/2005/8/layout/vList2"/>
    <dgm:cxn modelId="{E3942F45-CDBD-4D48-B6E6-F59C0572095B}" type="presParOf" srcId="{38351EF0-CDCC-4151-9958-EC458D56BB6B}" destId="{4653FD3C-15A8-48E1-9785-3C8D438E26B1}" srcOrd="3" destOrd="0" presId="urn:microsoft.com/office/officeart/2005/8/layout/vList2"/>
    <dgm:cxn modelId="{1C2B9A09-DACB-4751-9EC4-1C3912AC1498}" type="presParOf" srcId="{38351EF0-CDCC-4151-9958-EC458D56BB6B}" destId="{3E9FF630-A3C9-41E2-8BB4-274515114BDB}" srcOrd="4" destOrd="0" presId="urn:microsoft.com/office/officeart/2005/8/layout/vList2"/>
    <dgm:cxn modelId="{9A408F2D-61B6-434C-BC64-87823B0EE75B}" type="presParOf" srcId="{38351EF0-CDCC-4151-9958-EC458D56BB6B}" destId="{8B1E818E-A2E7-490D-BDDC-EE37A0450E3B}" srcOrd="5" destOrd="0" presId="urn:microsoft.com/office/officeart/2005/8/layout/vList2"/>
    <dgm:cxn modelId="{6958F41E-46AB-4EF2-B5A2-486B14AD1AEC}" type="presParOf" srcId="{38351EF0-CDCC-4151-9958-EC458D56BB6B}" destId="{BB3EA214-DC5C-428A-8506-33343320F99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D9A502-BED1-4C8B-B929-E2DD6C465335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0382371-8BF0-4B44-A141-0571537900C4}">
      <dgm:prSet/>
      <dgm:spPr/>
      <dgm:t>
        <a:bodyPr/>
        <a:lstStyle/>
        <a:p>
          <a:r>
            <a:rPr lang="en-US"/>
            <a:t>IIS Webserver</a:t>
          </a:r>
        </a:p>
      </dgm:t>
    </dgm:pt>
    <dgm:pt modelId="{D0B416A5-49F0-4EC0-B028-EB3E4E3F9996}" type="parTrans" cxnId="{8162E05C-BB0B-45AF-8518-5C17E83107FC}">
      <dgm:prSet/>
      <dgm:spPr/>
      <dgm:t>
        <a:bodyPr/>
        <a:lstStyle/>
        <a:p>
          <a:endParaRPr lang="en-US"/>
        </a:p>
      </dgm:t>
    </dgm:pt>
    <dgm:pt modelId="{4612A77F-8AEA-44F6-AA5E-4D22F9088273}" type="sibTrans" cxnId="{8162E05C-BB0B-45AF-8518-5C17E83107FC}">
      <dgm:prSet/>
      <dgm:spPr/>
      <dgm:t>
        <a:bodyPr/>
        <a:lstStyle/>
        <a:p>
          <a:endParaRPr lang="en-US"/>
        </a:p>
      </dgm:t>
    </dgm:pt>
    <dgm:pt modelId="{D2EDD8B0-5089-44B7-ADAB-33ADA9690D2D}">
      <dgm:prSet/>
      <dgm:spPr/>
      <dgm:t>
        <a:bodyPr/>
        <a:lstStyle/>
        <a:p>
          <a:r>
            <a:rPr lang="en-US"/>
            <a:t> Simulated attacker used for penetration testing</a:t>
          </a:r>
        </a:p>
      </dgm:t>
    </dgm:pt>
    <dgm:pt modelId="{EB7D23D8-A5A1-4258-878B-CD21CBDD3388}" type="parTrans" cxnId="{4E2CEF64-9AA0-491A-8FA7-54C25372615D}">
      <dgm:prSet/>
      <dgm:spPr/>
      <dgm:t>
        <a:bodyPr/>
        <a:lstStyle/>
        <a:p>
          <a:endParaRPr lang="en-US"/>
        </a:p>
      </dgm:t>
    </dgm:pt>
    <dgm:pt modelId="{FE2921F3-7925-495B-84CF-216B0767584B}" type="sibTrans" cxnId="{4E2CEF64-9AA0-491A-8FA7-54C25372615D}">
      <dgm:prSet/>
      <dgm:spPr/>
      <dgm:t>
        <a:bodyPr/>
        <a:lstStyle/>
        <a:p>
          <a:endParaRPr lang="en-US"/>
        </a:p>
      </dgm:t>
    </dgm:pt>
    <dgm:pt modelId="{FAB92224-76D8-43B4-B500-AFB7908B68FD}">
      <dgm:prSet/>
      <dgm:spPr/>
      <dgm:t>
        <a:bodyPr/>
        <a:lstStyle/>
        <a:p>
          <a:r>
            <a:rPr lang="en-US"/>
            <a:t>Logs captured by Wazuh agent</a:t>
          </a:r>
        </a:p>
      </dgm:t>
    </dgm:pt>
    <dgm:pt modelId="{5F88D6A9-DF59-45DA-8CA4-C7D1CDB68DA3}" type="parTrans" cxnId="{44817CC0-6C9D-4009-80CD-1BF501CD2D41}">
      <dgm:prSet/>
      <dgm:spPr/>
      <dgm:t>
        <a:bodyPr/>
        <a:lstStyle/>
        <a:p>
          <a:endParaRPr lang="en-US"/>
        </a:p>
      </dgm:t>
    </dgm:pt>
    <dgm:pt modelId="{6E164D04-23D7-4015-B021-464BAE225EFE}" type="sibTrans" cxnId="{44817CC0-6C9D-4009-80CD-1BF501CD2D41}">
      <dgm:prSet/>
      <dgm:spPr/>
      <dgm:t>
        <a:bodyPr/>
        <a:lstStyle/>
        <a:p>
          <a:endParaRPr lang="en-US"/>
        </a:p>
      </dgm:t>
    </dgm:pt>
    <dgm:pt modelId="{BFC3CD25-23FD-4CF2-8D7E-32340FB5AE3F}">
      <dgm:prSet/>
      <dgm:spPr/>
      <dgm:t>
        <a:bodyPr/>
        <a:lstStyle/>
        <a:p>
          <a:r>
            <a:rPr lang="en-US"/>
            <a:t> Used to evaluate system detection capabilities</a:t>
          </a:r>
        </a:p>
      </dgm:t>
    </dgm:pt>
    <dgm:pt modelId="{A996109C-8632-418B-9918-733E0753C5F5}" type="parTrans" cxnId="{E9E2D508-F8AE-4EBD-856E-9A4337B20934}">
      <dgm:prSet/>
      <dgm:spPr/>
      <dgm:t>
        <a:bodyPr/>
        <a:lstStyle/>
        <a:p>
          <a:endParaRPr lang="en-US"/>
        </a:p>
      </dgm:t>
    </dgm:pt>
    <dgm:pt modelId="{41945B11-B010-4033-B173-03000EB04D89}" type="sibTrans" cxnId="{E9E2D508-F8AE-4EBD-856E-9A4337B20934}">
      <dgm:prSet/>
      <dgm:spPr/>
      <dgm:t>
        <a:bodyPr/>
        <a:lstStyle/>
        <a:p>
          <a:endParaRPr lang="en-US"/>
        </a:p>
      </dgm:t>
    </dgm:pt>
    <dgm:pt modelId="{2BAC8898-B473-4D3E-A4E2-6124D1362D4B}" type="pres">
      <dgm:prSet presAssocID="{C7D9A502-BED1-4C8B-B929-E2DD6C465335}" presName="linear" presStyleCnt="0">
        <dgm:presLayoutVars>
          <dgm:animLvl val="lvl"/>
          <dgm:resizeHandles val="exact"/>
        </dgm:presLayoutVars>
      </dgm:prSet>
      <dgm:spPr/>
    </dgm:pt>
    <dgm:pt modelId="{F5863F59-939B-4AF3-84C1-0A06D4C38298}" type="pres">
      <dgm:prSet presAssocID="{60382371-8BF0-4B44-A141-0571537900C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420DE9-793C-484E-A414-A84CBF405C05}" type="pres">
      <dgm:prSet presAssocID="{4612A77F-8AEA-44F6-AA5E-4D22F9088273}" presName="spacer" presStyleCnt="0"/>
      <dgm:spPr/>
    </dgm:pt>
    <dgm:pt modelId="{4D7354C3-41B5-429B-A568-95C61D52770D}" type="pres">
      <dgm:prSet presAssocID="{D2EDD8B0-5089-44B7-ADAB-33ADA9690D2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5E047E-25E2-4B6A-9122-B6AD9708E764}" type="pres">
      <dgm:prSet presAssocID="{FE2921F3-7925-495B-84CF-216B0767584B}" presName="spacer" presStyleCnt="0"/>
      <dgm:spPr/>
    </dgm:pt>
    <dgm:pt modelId="{CE35E989-8350-4C60-8CBF-7F24CBB13BFD}" type="pres">
      <dgm:prSet presAssocID="{FAB92224-76D8-43B4-B500-AFB7908B68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28BBD0-2348-41EA-98AC-5AA813113261}" type="pres">
      <dgm:prSet presAssocID="{6E164D04-23D7-4015-B021-464BAE225EFE}" presName="spacer" presStyleCnt="0"/>
      <dgm:spPr/>
    </dgm:pt>
    <dgm:pt modelId="{90C5F73C-0A52-4E34-839C-8ADD0131B728}" type="pres">
      <dgm:prSet presAssocID="{BFC3CD25-23FD-4CF2-8D7E-32340FB5AE3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E2D508-F8AE-4EBD-856E-9A4337B20934}" srcId="{C7D9A502-BED1-4C8B-B929-E2DD6C465335}" destId="{BFC3CD25-23FD-4CF2-8D7E-32340FB5AE3F}" srcOrd="3" destOrd="0" parTransId="{A996109C-8632-418B-9918-733E0753C5F5}" sibTransId="{41945B11-B010-4033-B173-03000EB04D89}"/>
    <dgm:cxn modelId="{6C3B7C15-5A10-44C6-831F-57DB4DC72DD0}" type="presOf" srcId="{C7D9A502-BED1-4C8B-B929-E2DD6C465335}" destId="{2BAC8898-B473-4D3E-A4E2-6124D1362D4B}" srcOrd="0" destOrd="0" presId="urn:microsoft.com/office/officeart/2005/8/layout/vList2"/>
    <dgm:cxn modelId="{AF8DE83B-2182-4AC2-BAE7-98B46D0BEF06}" type="presOf" srcId="{FAB92224-76D8-43B4-B500-AFB7908B68FD}" destId="{CE35E989-8350-4C60-8CBF-7F24CBB13BFD}" srcOrd="0" destOrd="0" presId="urn:microsoft.com/office/officeart/2005/8/layout/vList2"/>
    <dgm:cxn modelId="{8162E05C-BB0B-45AF-8518-5C17E83107FC}" srcId="{C7D9A502-BED1-4C8B-B929-E2DD6C465335}" destId="{60382371-8BF0-4B44-A141-0571537900C4}" srcOrd="0" destOrd="0" parTransId="{D0B416A5-49F0-4EC0-B028-EB3E4E3F9996}" sibTransId="{4612A77F-8AEA-44F6-AA5E-4D22F9088273}"/>
    <dgm:cxn modelId="{4E2CEF64-9AA0-491A-8FA7-54C25372615D}" srcId="{C7D9A502-BED1-4C8B-B929-E2DD6C465335}" destId="{D2EDD8B0-5089-44B7-ADAB-33ADA9690D2D}" srcOrd="1" destOrd="0" parTransId="{EB7D23D8-A5A1-4258-878B-CD21CBDD3388}" sibTransId="{FE2921F3-7925-495B-84CF-216B0767584B}"/>
    <dgm:cxn modelId="{EEE72C4A-8A39-4EF6-B45F-1571CCC766F1}" type="presOf" srcId="{D2EDD8B0-5089-44B7-ADAB-33ADA9690D2D}" destId="{4D7354C3-41B5-429B-A568-95C61D52770D}" srcOrd="0" destOrd="0" presId="urn:microsoft.com/office/officeart/2005/8/layout/vList2"/>
    <dgm:cxn modelId="{44817CC0-6C9D-4009-80CD-1BF501CD2D41}" srcId="{C7D9A502-BED1-4C8B-B929-E2DD6C465335}" destId="{FAB92224-76D8-43B4-B500-AFB7908B68FD}" srcOrd="2" destOrd="0" parTransId="{5F88D6A9-DF59-45DA-8CA4-C7D1CDB68DA3}" sibTransId="{6E164D04-23D7-4015-B021-464BAE225EFE}"/>
    <dgm:cxn modelId="{E32C20D2-59BE-48F6-8FC3-8FA16D28DB3E}" type="presOf" srcId="{BFC3CD25-23FD-4CF2-8D7E-32340FB5AE3F}" destId="{90C5F73C-0A52-4E34-839C-8ADD0131B728}" srcOrd="0" destOrd="0" presId="urn:microsoft.com/office/officeart/2005/8/layout/vList2"/>
    <dgm:cxn modelId="{AF2034DC-BC83-46A9-BF92-385E90E54CC9}" type="presOf" srcId="{60382371-8BF0-4B44-A141-0571537900C4}" destId="{F5863F59-939B-4AF3-84C1-0A06D4C38298}" srcOrd="0" destOrd="0" presId="urn:microsoft.com/office/officeart/2005/8/layout/vList2"/>
    <dgm:cxn modelId="{1F048678-53FA-4109-93AE-7777F09C12A0}" type="presParOf" srcId="{2BAC8898-B473-4D3E-A4E2-6124D1362D4B}" destId="{F5863F59-939B-4AF3-84C1-0A06D4C38298}" srcOrd="0" destOrd="0" presId="urn:microsoft.com/office/officeart/2005/8/layout/vList2"/>
    <dgm:cxn modelId="{FC92A635-ED74-40C1-A98C-97D09EF7A5B6}" type="presParOf" srcId="{2BAC8898-B473-4D3E-A4E2-6124D1362D4B}" destId="{2F420DE9-793C-484E-A414-A84CBF405C05}" srcOrd="1" destOrd="0" presId="urn:microsoft.com/office/officeart/2005/8/layout/vList2"/>
    <dgm:cxn modelId="{0A3DA998-52F0-4689-8EDB-EFCCF382DB39}" type="presParOf" srcId="{2BAC8898-B473-4D3E-A4E2-6124D1362D4B}" destId="{4D7354C3-41B5-429B-A568-95C61D52770D}" srcOrd="2" destOrd="0" presId="urn:microsoft.com/office/officeart/2005/8/layout/vList2"/>
    <dgm:cxn modelId="{442DDC74-4321-4EFA-8868-632BE1717641}" type="presParOf" srcId="{2BAC8898-B473-4D3E-A4E2-6124D1362D4B}" destId="{A55E047E-25E2-4B6A-9122-B6AD9708E764}" srcOrd="3" destOrd="0" presId="urn:microsoft.com/office/officeart/2005/8/layout/vList2"/>
    <dgm:cxn modelId="{D568BFEA-937F-4DCB-9175-40878DD2D23E}" type="presParOf" srcId="{2BAC8898-B473-4D3E-A4E2-6124D1362D4B}" destId="{CE35E989-8350-4C60-8CBF-7F24CBB13BFD}" srcOrd="4" destOrd="0" presId="urn:microsoft.com/office/officeart/2005/8/layout/vList2"/>
    <dgm:cxn modelId="{58BE325E-1759-442F-95D6-AEA3607759DF}" type="presParOf" srcId="{2BAC8898-B473-4D3E-A4E2-6124D1362D4B}" destId="{5A28BBD0-2348-41EA-98AC-5AA813113261}" srcOrd="5" destOrd="0" presId="urn:microsoft.com/office/officeart/2005/8/layout/vList2"/>
    <dgm:cxn modelId="{FB2F28F7-AACB-44D2-B8F9-1CF241232C8B}" type="presParOf" srcId="{2BAC8898-B473-4D3E-A4E2-6124D1362D4B}" destId="{90C5F73C-0A52-4E34-839C-8ADD0131B72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63759E-66FD-4AFC-87C2-5007DC133F3F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4792EF7-EADF-4938-BC65-9B4D23BE580B}">
      <dgm:prSet/>
      <dgm:spPr/>
      <dgm:t>
        <a:bodyPr/>
        <a:lstStyle/>
        <a:p>
          <a:r>
            <a:rPr lang="en-US" dirty="0"/>
            <a:t>Postfix server configured with Wazuh</a:t>
          </a:r>
        </a:p>
      </dgm:t>
    </dgm:pt>
    <dgm:pt modelId="{B179ADDF-3067-42B9-9184-65AB03077320}" type="parTrans" cxnId="{B016B3AB-6166-49B9-862C-2779FBCDCEE7}">
      <dgm:prSet/>
      <dgm:spPr/>
      <dgm:t>
        <a:bodyPr/>
        <a:lstStyle/>
        <a:p>
          <a:endParaRPr lang="en-US"/>
        </a:p>
      </dgm:t>
    </dgm:pt>
    <dgm:pt modelId="{5AF67C07-F8D3-45FB-BACC-FDE5D135DA8C}" type="sibTrans" cxnId="{B016B3AB-6166-49B9-862C-2779FBCDCEE7}">
      <dgm:prSet/>
      <dgm:spPr/>
      <dgm:t>
        <a:bodyPr/>
        <a:lstStyle/>
        <a:p>
          <a:endParaRPr lang="en-US"/>
        </a:p>
      </dgm:t>
    </dgm:pt>
    <dgm:pt modelId="{6D836E5A-8669-417A-8997-A1E96782E3A0}">
      <dgm:prSet/>
      <dgm:spPr/>
      <dgm:t>
        <a:bodyPr/>
        <a:lstStyle/>
        <a:p>
          <a:r>
            <a:rPr lang="en-US" dirty="0"/>
            <a:t>Alerts sent based on severity thresholds (level 7 to ..)</a:t>
          </a:r>
        </a:p>
      </dgm:t>
    </dgm:pt>
    <dgm:pt modelId="{5B3EDF60-CF9C-4AE8-86CE-D16F422FA2BD}" type="parTrans" cxnId="{4CD33CAA-4CD6-4F06-BA95-B41D76E5E35E}">
      <dgm:prSet/>
      <dgm:spPr/>
      <dgm:t>
        <a:bodyPr/>
        <a:lstStyle/>
        <a:p>
          <a:endParaRPr lang="en-US"/>
        </a:p>
      </dgm:t>
    </dgm:pt>
    <dgm:pt modelId="{3FE7399A-2E19-4F4C-BD35-E61E95B8ED24}" type="sibTrans" cxnId="{4CD33CAA-4CD6-4F06-BA95-B41D76E5E35E}">
      <dgm:prSet/>
      <dgm:spPr/>
      <dgm:t>
        <a:bodyPr/>
        <a:lstStyle/>
        <a:p>
          <a:endParaRPr lang="en-US"/>
        </a:p>
      </dgm:t>
    </dgm:pt>
    <dgm:pt modelId="{2025079E-90DC-4157-AF1E-0AAEB8FEFFD2}">
      <dgm:prSet/>
      <dgm:spPr/>
      <dgm:t>
        <a:bodyPr/>
        <a:lstStyle/>
        <a:p>
          <a:r>
            <a:rPr lang="en-US" dirty="0"/>
            <a:t>Helps in immediate response and awareness</a:t>
          </a:r>
        </a:p>
      </dgm:t>
    </dgm:pt>
    <dgm:pt modelId="{DD29E994-4A44-41D5-A183-C1D5850E3B99}" type="parTrans" cxnId="{7AFC43A4-DCF4-438A-B5FB-B2FDCC620EE0}">
      <dgm:prSet/>
      <dgm:spPr/>
      <dgm:t>
        <a:bodyPr/>
        <a:lstStyle/>
        <a:p>
          <a:endParaRPr lang="en-US"/>
        </a:p>
      </dgm:t>
    </dgm:pt>
    <dgm:pt modelId="{4FB7105A-D06C-4C24-AB0F-B54ED771F21A}" type="sibTrans" cxnId="{7AFC43A4-DCF4-438A-B5FB-B2FDCC620EE0}">
      <dgm:prSet/>
      <dgm:spPr/>
      <dgm:t>
        <a:bodyPr/>
        <a:lstStyle/>
        <a:p>
          <a:endParaRPr lang="en-US"/>
        </a:p>
      </dgm:t>
    </dgm:pt>
    <dgm:pt modelId="{5F7CCE5A-582E-48A0-8152-18E35CB56766}" type="pres">
      <dgm:prSet presAssocID="{4163759E-66FD-4AFC-87C2-5007DC133F3F}" presName="linear" presStyleCnt="0">
        <dgm:presLayoutVars>
          <dgm:animLvl val="lvl"/>
          <dgm:resizeHandles val="exact"/>
        </dgm:presLayoutVars>
      </dgm:prSet>
      <dgm:spPr/>
    </dgm:pt>
    <dgm:pt modelId="{2806BD4F-9C67-4C04-B036-635F1F58652E}" type="pres">
      <dgm:prSet presAssocID="{04792EF7-EADF-4938-BC65-9B4D23BE580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0D8C6CA-0237-4C46-9D21-2554A2DE0DF0}" type="pres">
      <dgm:prSet presAssocID="{5AF67C07-F8D3-45FB-BACC-FDE5D135DA8C}" presName="spacer" presStyleCnt="0"/>
      <dgm:spPr/>
    </dgm:pt>
    <dgm:pt modelId="{67377901-C449-4476-8341-3CBC9243F242}" type="pres">
      <dgm:prSet presAssocID="{6D836E5A-8669-417A-8997-A1E96782E3A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037D7AB-9BF0-4560-8FC3-C94A95327692}" type="pres">
      <dgm:prSet presAssocID="{3FE7399A-2E19-4F4C-BD35-E61E95B8ED24}" presName="spacer" presStyleCnt="0"/>
      <dgm:spPr/>
    </dgm:pt>
    <dgm:pt modelId="{E51D7D69-00C4-4209-9A76-0511B742A555}" type="pres">
      <dgm:prSet presAssocID="{2025079E-90DC-4157-AF1E-0AAEB8FEFFD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236DF1E-AD29-4764-A042-F50DCBC59ECA}" type="presOf" srcId="{6D836E5A-8669-417A-8997-A1E96782E3A0}" destId="{67377901-C449-4476-8341-3CBC9243F242}" srcOrd="0" destOrd="0" presId="urn:microsoft.com/office/officeart/2005/8/layout/vList2"/>
    <dgm:cxn modelId="{7AFC43A4-DCF4-438A-B5FB-B2FDCC620EE0}" srcId="{4163759E-66FD-4AFC-87C2-5007DC133F3F}" destId="{2025079E-90DC-4157-AF1E-0AAEB8FEFFD2}" srcOrd="2" destOrd="0" parTransId="{DD29E994-4A44-41D5-A183-C1D5850E3B99}" sibTransId="{4FB7105A-D06C-4C24-AB0F-B54ED771F21A}"/>
    <dgm:cxn modelId="{4CD33CAA-4CD6-4F06-BA95-B41D76E5E35E}" srcId="{4163759E-66FD-4AFC-87C2-5007DC133F3F}" destId="{6D836E5A-8669-417A-8997-A1E96782E3A0}" srcOrd="1" destOrd="0" parTransId="{5B3EDF60-CF9C-4AE8-86CE-D16F422FA2BD}" sibTransId="{3FE7399A-2E19-4F4C-BD35-E61E95B8ED24}"/>
    <dgm:cxn modelId="{B016B3AB-6166-49B9-862C-2779FBCDCEE7}" srcId="{4163759E-66FD-4AFC-87C2-5007DC133F3F}" destId="{04792EF7-EADF-4938-BC65-9B4D23BE580B}" srcOrd="0" destOrd="0" parTransId="{B179ADDF-3067-42B9-9184-65AB03077320}" sibTransId="{5AF67C07-F8D3-45FB-BACC-FDE5D135DA8C}"/>
    <dgm:cxn modelId="{8C83BEC1-8A72-4884-B86F-F8EACE88FB7F}" type="presOf" srcId="{04792EF7-EADF-4938-BC65-9B4D23BE580B}" destId="{2806BD4F-9C67-4C04-B036-635F1F58652E}" srcOrd="0" destOrd="0" presId="urn:microsoft.com/office/officeart/2005/8/layout/vList2"/>
    <dgm:cxn modelId="{1FD3D7C8-432F-49FC-BB3A-527ED68785A1}" type="presOf" srcId="{4163759E-66FD-4AFC-87C2-5007DC133F3F}" destId="{5F7CCE5A-582E-48A0-8152-18E35CB56766}" srcOrd="0" destOrd="0" presId="urn:microsoft.com/office/officeart/2005/8/layout/vList2"/>
    <dgm:cxn modelId="{6BE8D0DD-732C-4EE8-8603-7B4ED24603EF}" type="presOf" srcId="{2025079E-90DC-4157-AF1E-0AAEB8FEFFD2}" destId="{E51D7D69-00C4-4209-9A76-0511B742A555}" srcOrd="0" destOrd="0" presId="urn:microsoft.com/office/officeart/2005/8/layout/vList2"/>
    <dgm:cxn modelId="{2F881E56-E929-4342-B3F6-DBE817D1D1CD}" type="presParOf" srcId="{5F7CCE5A-582E-48A0-8152-18E35CB56766}" destId="{2806BD4F-9C67-4C04-B036-635F1F58652E}" srcOrd="0" destOrd="0" presId="urn:microsoft.com/office/officeart/2005/8/layout/vList2"/>
    <dgm:cxn modelId="{E7822563-0A30-4509-8310-685CA0C39D73}" type="presParOf" srcId="{5F7CCE5A-582E-48A0-8152-18E35CB56766}" destId="{E0D8C6CA-0237-4C46-9D21-2554A2DE0DF0}" srcOrd="1" destOrd="0" presId="urn:microsoft.com/office/officeart/2005/8/layout/vList2"/>
    <dgm:cxn modelId="{C4ECF0FF-D41D-4E3A-8E5A-7F45CB27CD6E}" type="presParOf" srcId="{5F7CCE5A-582E-48A0-8152-18E35CB56766}" destId="{67377901-C449-4476-8341-3CBC9243F242}" srcOrd="2" destOrd="0" presId="urn:microsoft.com/office/officeart/2005/8/layout/vList2"/>
    <dgm:cxn modelId="{9B846607-2861-49DA-9A2D-F635476EEE9B}" type="presParOf" srcId="{5F7CCE5A-582E-48A0-8152-18E35CB56766}" destId="{5037D7AB-9BF0-4560-8FC3-C94A95327692}" srcOrd="3" destOrd="0" presId="urn:microsoft.com/office/officeart/2005/8/layout/vList2"/>
    <dgm:cxn modelId="{3614CAF6-2A15-4AFD-9A11-136BA3009F1B}" type="presParOf" srcId="{5F7CCE5A-582E-48A0-8152-18E35CB56766}" destId="{E51D7D69-00C4-4209-9A76-0511B742A55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9958E39-7144-4344-8016-8492F8D1BEE0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10BB6F7-6D43-45FF-BE4B-23277B332707}">
      <dgm:prSet/>
      <dgm:spPr/>
      <dgm:t>
        <a:bodyPr/>
        <a:lstStyle/>
        <a:p>
          <a:r>
            <a:rPr lang="en-US" dirty="0"/>
            <a:t>Attack attempt from Kali to vulnerable system</a:t>
          </a:r>
        </a:p>
      </dgm:t>
    </dgm:pt>
    <dgm:pt modelId="{DB743165-E7EB-481B-9C8E-4614F0636E29}" type="parTrans" cxnId="{3B45468C-0845-4217-AA31-91E37AA5F8F0}">
      <dgm:prSet/>
      <dgm:spPr/>
      <dgm:t>
        <a:bodyPr/>
        <a:lstStyle/>
        <a:p>
          <a:endParaRPr lang="en-US"/>
        </a:p>
      </dgm:t>
    </dgm:pt>
    <dgm:pt modelId="{8C7A5FD6-873A-469B-81BD-B925E3FF2BEE}" type="sibTrans" cxnId="{3B45468C-0845-4217-AA31-91E37AA5F8F0}">
      <dgm:prSet/>
      <dgm:spPr/>
      <dgm:t>
        <a:bodyPr/>
        <a:lstStyle/>
        <a:p>
          <a:endParaRPr lang="en-US"/>
        </a:p>
      </dgm:t>
    </dgm:pt>
    <dgm:pt modelId="{45B0EDF8-9B05-4F90-AE69-9B0655447B36}">
      <dgm:prSet/>
      <dgm:spPr/>
      <dgm:t>
        <a:bodyPr/>
        <a:lstStyle/>
        <a:p>
          <a:r>
            <a:rPr lang="en-US" dirty="0"/>
            <a:t>Suricata flags malicious traffic</a:t>
          </a:r>
        </a:p>
      </dgm:t>
    </dgm:pt>
    <dgm:pt modelId="{5C09FC53-FC8E-4FF9-8783-72078D6CD5FC}" type="parTrans" cxnId="{9B4C02FE-B1A1-4889-98E4-2A059D15F733}">
      <dgm:prSet/>
      <dgm:spPr/>
      <dgm:t>
        <a:bodyPr/>
        <a:lstStyle/>
        <a:p>
          <a:endParaRPr lang="en-US"/>
        </a:p>
      </dgm:t>
    </dgm:pt>
    <dgm:pt modelId="{76D38AEA-4014-4123-B06C-2D27BB4D2421}" type="sibTrans" cxnId="{9B4C02FE-B1A1-4889-98E4-2A059D15F733}">
      <dgm:prSet/>
      <dgm:spPr/>
      <dgm:t>
        <a:bodyPr/>
        <a:lstStyle/>
        <a:p>
          <a:endParaRPr lang="en-US"/>
        </a:p>
      </dgm:t>
    </dgm:pt>
    <dgm:pt modelId="{F7B13D31-4DCF-4A86-88B8-093773FBCFFD}">
      <dgm:prSet/>
      <dgm:spPr/>
      <dgm:t>
        <a:bodyPr/>
        <a:lstStyle/>
        <a:p>
          <a:r>
            <a:rPr lang="en-US" dirty="0" err="1"/>
            <a:t>Wazuh</a:t>
          </a:r>
          <a:r>
            <a:rPr lang="en-US" dirty="0"/>
            <a:t> generates alert with attacker IP</a:t>
          </a:r>
        </a:p>
      </dgm:t>
    </dgm:pt>
    <dgm:pt modelId="{BFA35617-7A66-4E04-99CA-9A6CE61E4E41}" type="parTrans" cxnId="{BA85D699-DABE-426C-A35D-506475AA226D}">
      <dgm:prSet/>
      <dgm:spPr/>
      <dgm:t>
        <a:bodyPr/>
        <a:lstStyle/>
        <a:p>
          <a:endParaRPr lang="en-US"/>
        </a:p>
      </dgm:t>
    </dgm:pt>
    <dgm:pt modelId="{1FA5C1A5-91D7-47FF-80B9-A0EB32FC69F3}" type="sibTrans" cxnId="{BA85D699-DABE-426C-A35D-506475AA226D}">
      <dgm:prSet/>
      <dgm:spPr/>
      <dgm:t>
        <a:bodyPr/>
        <a:lstStyle/>
        <a:p>
          <a:endParaRPr lang="en-US"/>
        </a:p>
      </dgm:t>
    </dgm:pt>
    <dgm:pt modelId="{D3A47C0A-CE70-4534-A104-60E2D54715F5}" type="pres">
      <dgm:prSet presAssocID="{A9958E39-7144-4344-8016-8492F8D1BEE0}" presName="linear" presStyleCnt="0">
        <dgm:presLayoutVars>
          <dgm:animLvl val="lvl"/>
          <dgm:resizeHandles val="exact"/>
        </dgm:presLayoutVars>
      </dgm:prSet>
      <dgm:spPr/>
    </dgm:pt>
    <dgm:pt modelId="{810504A4-CF95-4919-9C63-A5752389C0AC}" type="pres">
      <dgm:prSet presAssocID="{C10BB6F7-6D43-45FF-BE4B-23277B33270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FB5BD14-55EF-4916-BE90-B8AB1E9C89DE}" type="pres">
      <dgm:prSet presAssocID="{8C7A5FD6-873A-469B-81BD-B925E3FF2BEE}" presName="spacer" presStyleCnt="0"/>
      <dgm:spPr/>
    </dgm:pt>
    <dgm:pt modelId="{108E2829-3435-4822-9307-7377D072F65D}" type="pres">
      <dgm:prSet presAssocID="{45B0EDF8-9B05-4F90-AE69-9B0655447B3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C3C5CDB-8325-4A59-993D-AA7C393F4476}" type="pres">
      <dgm:prSet presAssocID="{76D38AEA-4014-4123-B06C-2D27BB4D2421}" presName="spacer" presStyleCnt="0"/>
      <dgm:spPr/>
    </dgm:pt>
    <dgm:pt modelId="{3156FDEA-AC26-41B0-A1FA-B20C2E2D8D36}" type="pres">
      <dgm:prSet presAssocID="{F7B13D31-4DCF-4A86-88B8-093773FBCFF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5BF941C-FE20-47FB-B77B-3972ED066487}" type="presOf" srcId="{45B0EDF8-9B05-4F90-AE69-9B0655447B36}" destId="{108E2829-3435-4822-9307-7377D072F65D}" srcOrd="0" destOrd="0" presId="urn:microsoft.com/office/officeart/2005/8/layout/vList2"/>
    <dgm:cxn modelId="{85BB2449-7D83-4468-B552-8CF2E5F453D5}" type="presOf" srcId="{F7B13D31-4DCF-4A86-88B8-093773FBCFFD}" destId="{3156FDEA-AC26-41B0-A1FA-B20C2E2D8D36}" srcOrd="0" destOrd="0" presId="urn:microsoft.com/office/officeart/2005/8/layout/vList2"/>
    <dgm:cxn modelId="{3B45468C-0845-4217-AA31-91E37AA5F8F0}" srcId="{A9958E39-7144-4344-8016-8492F8D1BEE0}" destId="{C10BB6F7-6D43-45FF-BE4B-23277B332707}" srcOrd="0" destOrd="0" parTransId="{DB743165-E7EB-481B-9C8E-4614F0636E29}" sibTransId="{8C7A5FD6-873A-469B-81BD-B925E3FF2BEE}"/>
    <dgm:cxn modelId="{9388D193-D4BD-49A0-BE3D-6EC1DDC04E9E}" type="presOf" srcId="{C10BB6F7-6D43-45FF-BE4B-23277B332707}" destId="{810504A4-CF95-4919-9C63-A5752389C0AC}" srcOrd="0" destOrd="0" presId="urn:microsoft.com/office/officeart/2005/8/layout/vList2"/>
    <dgm:cxn modelId="{BA85D699-DABE-426C-A35D-506475AA226D}" srcId="{A9958E39-7144-4344-8016-8492F8D1BEE0}" destId="{F7B13D31-4DCF-4A86-88B8-093773FBCFFD}" srcOrd="2" destOrd="0" parTransId="{BFA35617-7A66-4E04-99CA-9A6CE61E4E41}" sibTransId="{1FA5C1A5-91D7-47FF-80B9-A0EB32FC69F3}"/>
    <dgm:cxn modelId="{42B0D0D5-954D-4248-A57B-28181E93AB1C}" type="presOf" srcId="{A9958E39-7144-4344-8016-8492F8D1BEE0}" destId="{D3A47C0A-CE70-4534-A104-60E2D54715F5}" srcOrd="0" destOrd="0" presId="urn:microsoft.com/office/officeart/2005/8/layout/vList2"/>
    <dgm:cxn modelId="{9B4C02FE-B1A1-4889-98E4-2A059D15F733}" srcId="{A9958E39-7144-4344-8016-8492F8D1BEE0}" destId="{45B0EDF8-9B05-4F90-AE69-9B0655447B36}" srcOrd="1" destOrd="0" parTransId="{5C09FC53-FC8E-4FF9-8783-72078D6CD5FC}" sibTransId="{76D38AEA-4014-4123-B06C-2D27BB4D2421}"/>
    <dgm:cxn modelId="{6F3AD3A3-2108-4F2A-8318-1C1B6C5E8C08}" type="presParOf" srcId="{D3A47C0A-CE70-4534-A104-60E2D54715F5}" destId="{810504A4-CF95-4919-9C63-A5752389C0AC}" srcOrd="0" destOrd="0" presId="urn:microsoft.com/office/officeart/2005/8/layout/vList2"/>
    <dgm:cxn modelId="{7C6B1E67-181A-4B7C-A196-9BB1F13FF298}" type="presParOf" srcId="{D3A47C0A-CE70-4534-A104-60E2D54715F5}" destId="{5FB5BD14-55EF-4916-BE90-B8AB1E9C89DE}" srcOrd="1" destOrd="0" presId="urn:microsoft.com/office/officeart/2005/8/layout/vList2"/>
    <dgm:cxn modelId="{EACF396C-A37A-4E42-A181-5DDF3F746C8E}" type="presParOf" srcId="{D3A47C0A-CE70-4534-A104-60E2D54715F5}" destId="{108E2829-3435-4822-9307-7377D072F65D}" srcOrd="2" destOrd="0" presId="urn:microsoft.com/office/officeart/2005/8/layout/vList2"/>
    <dgm:cxn modelId="{93FCD9F6-CD43-48EC-BB5F-CAE258AE7390}" type="presParOf" srcId="{D3A47C0A-CE70-4534-A104-60E2D54715F5}" destId="{CC3C5CDB-8325-4A59-993D-AA7C393F4476}" srcOrd="3" destOrd="0" presId="urn:microsoft.com/office/officeart/2005/8/layout/vList2"/>
    <dgm:cxn modelId="{26153814-01B2-4E01-96C7-390F87C547D9}" type="presParOf" srcId="{D3A47C0A-CE70-4534-A104-60E2D54715F5}" destId="{3156FDEA-AC26-41B0-A1FA-B20C2E2D8D3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E9275C-C1CA-4C93-86C9-37E4A1BACECC}">
      <dsp:nvSpPr>
        <dsp:cNvPr id="0" name=""/>
        <dsp:cNvSpPr/>
      </dsp:nvSpPr>
      <dsp:spPr>
        <a:xfrm>
          <a:off x="89338" y="780916"/>
          <a:ext cx="829879" cy="8298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153A74-4B35-4C42-879E-6B53A5D271DE}">
      <dsp:nvSpPr>
        <dsp:cNvPr id="0" name=""/>
        <dsp:cNvSpPr/>
      </dsp:nvSpPr>
      <dsp:spPr>
        <a:xfrm>
          <a:off x="263613" y="955191"/>
          <a:ext cx="481330" cy="4813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CB40B-4372-455D-9C02-1A7FAC8A9132}">
      <dsp:nvSpPr>
        <dsp:cNvPr id="0" name=""/>
        <dsp:cNvSpPr/>
      </dsp:nvSpPr>
      <dsp:spPr>
        <a:xfrm>
          <a:off x="1097050" y="780916"/>
          <a:ext cx="1956145" cy="829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Defense-in-depth: Network, Host, Application layers</a:t>
          </a:r>
        </a:p>
      </dsp:txBody>
      <dsp:txXfrm>
        <a:off x="1097050" y="780916"/>
        <a:ext cx="1956145" cy="829879"/>
      </dsp:txXfrm>
    </dsp:sp>
    <dsp:sp modelId="{BEF94472-9299-41DB-99F8-66124A7BC35A}">
      <dsp:nvSpPr>
        <dsp:cNvPr id="0" name=""/>
        <dsp:cNvSpPr/>
      </dsp:nvSpPr>
      <dsp:spPr>
        <a:xfrm>
          <a:off x="3394038" y="780916"/>
          <a:ext cx="829879" cy="8298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5143B0-B37E-46F3-A358-84C654F75D4E}">
      <dsp:nvSpPr>
        <dsp:cNvPr id="0" name=""/>
        <dsp:cNvSpPr/>
      </dsp:nvSpPr>
      <dsp:spPr>
        <a:xfrm>
          <a:off x="3568313" y="955191"/>
          <a:ext cx="481330" cy="4813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9DB16-D056-4DA1-8632-CE407DA2B1E8}">
      <dsp:nvSpPr>
        <dsp:cNvPr id="0" name=""/>
        <dsp:cNvSpPr/>
      </dsp:nvSpPr>
      <dsp:spPr>
        <a:xfrm>
          <a:off x="4401749" y="780916"/>
          <a:ext cx="1956145" cy="829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 Early detection, efficient response</a:t>
          </a:r>
        </a:p>
      </dsp:txBody>
      <dsp:txXfrm>
        <a:off x="4401749" y="780916"/>
        <a:ext cx="1956145" cy="829879"/>
      </dsp:txXfrm>
    </dsp:sp>
    <dsp:sp modelId="{939E4DD0-62C7-4EC7-AB9D-E8B4090A5E1A}">
      <dsp:nvSpPr>
        <dsp:cNvPr id="0" name=""/>
        <dsp:cNvSpPr/>
      </dsp:nvSpPr>
      <dsp:spPr>
        <a:xfrm>
          <a:off x="89338" y="2270640"/>
          <a:ext cx="829879" cy="8298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1168F-44A5-4556-BC54-DFD05A8175DA}">
      <dsp:nvSpPr>
        <dsp:cNvPr id="0" name=""/>
        <dsp:cNvSpPr/>
      </dsp:nvSpPr>
      <dsp:spPr>
        <a:xfrm>
          <a:off x="263613" y="2444915"/>
          <a:ext cx="481330" cy="4813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5130C-72FD-4F1E-B48F-439C94D4C222}">
      <dsp:nvSpPr>
        <dsp:cNvPr id="0" name=""/>
        <dsp:cNvSpPr/>
      </dsp:nvSpPr>
      <dsp:spPr>
        <a:xfrm>
          <a:off x="1097050" y="2270640"/>
          <a:ext cx="1956145" cy="829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Reduces risk of single point failure</a:t>
          </a:r>
        </a:p>
      </dsp:txBody>
      <dsp:txXfrm>
        <a:off x="1097050" y="2270640"/>
        <a:ext cx="1956145" cy="829879"/>
      </dsp:txXfrm>
    </dsp:sp>
    <dsp:sp modelId="{12E03F1D-EDD1-4423-A989-6C7617379B8F}">
      <dsp:nvSpPr>
        <dsp:cNvPr id="0" name=""/>
        <dsp:cNvSpPr/>
      </dsp:nvSpPr>
      <dsp:spPr>
        <a:xfrm>
          <a:off x="3394038" y="2270640"/>
          <a:ext cx="829879" cy="8298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CBB67-D9C7-49D3-A1DE-7DF4938C1751}">
      <dsp:nvSpPr>
        <dsp:cNvPr id="0" name=""/>
        <dsp:cNvSpPr/>
      </dsp:nvSpPr>
      <dsp:spPr>
        <a:xfrm>
          <a:off x="3568313" y="2444915"/>
          <a:ext cx="481330" cy="4813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4E897-EF85-4E8B-AD94-5AF4D079DBF6}">
      <dsp:nvSpPr>
        <dsp:cNvPr id="0" name=""/>
        <dsp:cNvSpPr/>
      </dsp:nvSpPr>
      <dsp:spPr>
        <a:xfrm>
          <a:off x="4401749" y="2270640"/>
          <a:ext cx="1956145" cy="829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Enhances visibility and threat hunting capabilities</a:t>
          </a:r>
        </a:p>
      </dsp:txBody>
      <dsp:txXfrm>
        <a:off x="4401749" y="2270640"/>
        <a:ext cx="1956145" cy="8298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E878C8-75A0-4A1C-8D41-14E28304C9B4}">
      <dsp:nvSpPr>
        <dsp:cNvPr id="0" name=""/>
        <dsp:cNvSpPr/>
      </dsp:nvSpPr>
      <dsp:spPr>
        <a:xfrm>
          <a:off x="1435070" y="490"/>
          <a:ext cx="2281759" cy="5743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 pfSense Firewall</a:t>
          </a:r>
        </a:p>
      </dsp:txBody>
      <dsp:txXfrm>
        <a:off x="1451893" y="17313"/>
        <a:ext cx="2248113" cy="540727"/>
      </dsp:txXfrm>
    </dsp:sp>
    <dsp:sp modelId="{A7D56BAB-C5BC-45BF-988E-F8FE7079E520}">
      <dsp:nvSpPr>
        <dsp:cNvPr id="0" name=""/>
        <dsp:cNvSpPr/>
      </dsp:nvSpPr>
      <dsp:spPr>
        <a:xfrm rot="5400000">
          <a:off x="2468255" y="589223"/>
          <a:ext cx="215389" cy="2584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498410" y="610762"/>
        <a:ext cx="155081" cy="150772"/>
      </dsp:txXfrm>
    </dsp:sp>
    <dsp:sp modelId="{224C8984-6318-4F91-B120-B8732AA713B6}">
      <dsp:nvSpPr>
        <dsp:cNvPr id="0" name=""/>
        <dsp:cNvSpPr/>
      </dsp:nvSpPr>
      <dsp:spPr>
        <a:xfrm>
          <a:off x="1435070" y="862050"/>
          <a:ext cx="2281759" cy="5743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 Suricata – IDS/IPS</a:t>
          </a:r>
        </a:p>
      </dsp:txBody>
      <dsp:txXfrm>
        <a:off x="1451893" y="878873"/>
        <a:ext cx="2248113" cy="540727"/>
      </dsp:txXfrm>
    </dsp:sp>
    <dsp:sp modelId="{905ED696-03C9-46BE-BF40-605F4D8B1003}">
      <dsp:nvSpPr>
        <dsp:cNvPr id="0" name=""/>
        <dsp:cNvSpPr/>
      </dsp:nvSpPr>
      <dsp:spPr>
        <a:xfrm rot="5400000">
          <a:off x="2468255" y="1450783"/>
          <a:ext cx="215389" cy="2584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498410" y="1472322"/>
        <a:ext cx="155081" cy="150772"/>
      </dsp:txXfrm>
    </dsp:sp>
    <dsp:sp modelId="{2DAF148E-EEA1-4FF2-9146-EA952C40B40A}">
      <dsp:nvSpPr>
        <dsp:cNvPr id="0" name=""/>
        <dsp:cNvSpPr/>
      </dsp:nvSpPr>
      <dsp:spPr>
        <a:xfrm>
          <a:off x="1435070" y="1723610"/>
          <a:ext cx="2281759" cy="5743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 Wazuh – SIEM Platform</a:t>
          </a:r>
        </a:p>
      </dsp:txBody>
      <dsp:txXfrm>
        <a:off x="1451893" y="1740433"/>
        <a:ext cx="2248113" cy="540727"/>
      </dsp:txXfrm>
    </dsp:sp>
    <dsp:sp modelId="{A6105909-0BEA-40D3-8932-C401AB9001E2}">
      <dsp:nvSpPr>
        <dsp:cNvPr id="0" name=""/>
        <dsp:cNvSpPr/>
      </dsp:nvSpPr>
      <dsp:spPr>
        <a:xfrm rot="5400000">
          <a:off x="2468255" y="2312343"/>
          <a:ext cx="215389" cy="2584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498410" y="2333882"/>
        <a:ext cx="155081" cy="150772"/>
      </dsp:txXfrm>
    </dsp:sp>
    <dsp:sp modelId="{44CBB621-AFDF-4E0B-9D56-C5F42B1E2CB3}">
      <dsp:nvSpPr>
        <dsp:cNvPr id="0" name=""/>
        <dsp:cNvSpPr/>
      </dsp:nvSpPr>
      <dsp:spPr>
        <a:xfrm>
          <a:off x="1435070" y="2585170"/>
          <a:ext cx="2281759" cy="5743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Virus Total</a:t>
          </a:r>
        </a:p>
      </dsp:txBody>
      <dsp:txXfrm>
        <a:off x="1451893" y="2601993"/>
        <a:ext cx="2248113" cy="540727"/>
      </dsp:txXfrm>
    </dsp:sp>
    <dsp:sp modelId="{873A2D53-A018-4F28-9F07-E2A3AB41AB81}">
      <dsp:nvSpPr>
        <dsp:cNvPr id="0" name=""/>
        <dsp:cNvSpPr/>
      </dsp:nvSpPr>
      <dsp:spPr>
        <a:xfrm rot="5400000">
          <a:off x="2468255" y="3173903"/>
          <a:ext cx="215389" cy="2584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498410" y="3195442"/>
        <a:ext cx="155081" cy="150772"/>
      </dsp:txXfrm>
    </dsp:sp>
    <dsp:sp modelId="{100CEC94-366A-4E60-99AC-2F8975730286}">
      <dsp:nvSpPr>
        <dsp:cNvPr id="0" name=""/>
        <dsp:cNvSpPr/>
      </dsp:nvSpPr>
      <dsp:spPr>
        <a:xfrm>
          <a:off x="1435070" y="3446730"/>
          <a:ext cx="2281759" cy="5743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Vulnerable System </a:t>
          </a:r>
        </a:p>
      </dsp:txBody>
      <dsp:txXfrm>
        <a:off x="1451893" y="3463553"/>
        <a:ext cx="2248113" cy="540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E67F27-0EE1-4150-BF20-2E07FD56CCB1}">
      <dsp:nvSpPr>
        <dsp:cNvPr id="0" name=""/>
        <dsp:cNvSpPr/>
      </dsp:nvSpPr>
      <dsp:spPr>
        <a:xfrm>
          <a:off x="0" y="13126"/>
          <a:ext cx="6664633" cy="542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Install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Wazuh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agent via pkg </a:t>
          </a:r>
        </a:p>
      </dsp:txBody>
      <dsp:txXfrm>
        <a:off x="26501" y="39627"/>
        <a:ext cx="6611631" cy="489878"/>
      </dsp:txXfrm>
    </dsp:sp>
    <dsp:sp modelId="{83CBA072-212B-4D2C-9AF9-D23B01187C2C}">
      <dsp:nvSpPr>
        <dsp:cNvPr id="0" name=""/>
        <dsp:cNvSpPr/>
      </dsp:nvSpPr>
      <dsp:spPr>
        <a:xfrm>
          <a:off x="0" y="639526"/>
          <a:ext cx="6664633" cy="542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Configure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ossec.conf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to match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Wazuh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manager IP</a:t>
          </a:r>
        </a:p>
      </dsp:txBody>
      <dsp:txXfrm>
        <a:off x="26501" y="666027"/>
        <a:ext cx="6611631" cy="489878"/>
      </dsp:txXfrm>
    </dsp:sp>
    <dsp:sp modelId="{C3530DCD-3F5C-40DE-AE47-EAB270A86C3F}">
      <dsp:nvSpPr>
        <dsp:cNvPr id="0" name=""/>
        <dsp:cNvSpPr/>
      </dsp:nvSpPr>
      <dsp:spPr>
        <a:xfrm>
          <a:off x="0" y="1265926"/>
          <a:ext cx="6664633" cy="542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Enable necessary ports and secure transmission</a:t>
          </a:r>
        </a:p>
      </dsp:txBody>
      <dsp:txXfrm>
        <a:off x="26501" y="1292427"/>
        <a:ext cx="6611631" cy="489878"/>
      </dsp:txXfrm>
    </dsp:sp>
    <dsp:sp modelId="{17042E3F-CA1E-401E-80B9-1F3402AD8592}">
      <dsp:nvSpPr>
        <dsp:cNvPr id="0" name=""/>
        <dsp:cNvSpPr/>
      </dsp:nvSpPr>
      <dsp:spPr>
        <a:xfrm>
          <a:off x="0" y="1892326"/>
          <a:ext cx="6664633" cy="542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 Verify connectivity with Wazuh dashboard</a:t>
          </a:r>
        </a:p>
      </dsp:txBody>
      <dsp:txXfrm>
        <a:off x="26501" y="1918827"/>
        <a:ext cx="6611631" cy="4898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93BA23-7866-4F09-9FA3-FD7FE0551B89}">
      <dsp:nvSpPr>
        <dsp:cNvPr id="0" name=""/>
        <dsp:cNvSpPr/>
      </dsp:nvSpPr>
      <dsp:spPr>
        <a:xfrm>
          <a:off x="0" y="509025"/>
          <a:ext cx="683177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Suricata package via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pfSense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repository</a:t>
          </a:r>
        </a:p>
      </dsp:txBody>
      <dsp:txXfrm>
        <a:off x="22846" y="531871"/>
        <a:ext cx="6786087" cy="422308"/>
      </dsp:txXfrm>
    </dsp:sp>
    <dsp:sp modelId="{F7CC83CC-211B-4E73-A3B9-73DA881B6A59}">
      <dsp:nvSpPr>
        <dsp:cNvPr id="0" name=""/>
        <dsp:cNvSpPr/>
      </dsp:nvSpPr>
      <dsp:spPr>
        <a:xfrm>
          <a:off x="0" y="1034625"/>
          <a:ext cx="683177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Real-time traffic inspection </a:t>
          </a:r>
        </a:p>
      </dsp:txBody>
      <dsp:txXfrm>
        <a:off x="22846" y="1057471"/>
        <a:ext cx="6786087" cy="422308"/>
      </dsp:txXfrm>
    </dsp:sp>
    <dsp:sp modelId="{AE11E9DF-F11E-48D2-B139-22EA2AA1DD9D}">
      <dsp:nvSpPr>
        <dsp:cNvPr id="0" name=""/>
        <dsp:cNvSpPr/>
      </dsp:nvSpPr>
      <dsp:spPr>
        <a:xfrm>
          <a:off x="0" y="1560225"/>
          <a:ext cx="683177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Rulesets (ET open, Emerging Threats, Snort rulesets &amp; others)</a:t>
          </a:r>
        </a:p>
      </dsp:txBody>
      <dsp:txXfrm>
        <a:off x="22846" y="1583071"/>
        <a:ext cx="6786087" cy="422308"/>
      </dsp:txXfrm>
    </dsp:sp>
    <dsp:sp modelId="{4CCFF9E8-91FC-4BAA-8E71-7B56EE6C5266}">
      <dsp:nvSpPr>
        <dsp:cNvPr id="0" name=""/>
        <dsp:cNvSpPr/>
      </dsp:nvSpPr>
      <dsp:spPr>
        <a:xfrm>
          <a:off x="0" y="2085825"/>
          <a:ext cx="683177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Logs forwarded to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Wazuh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for correlation</a:t>
          </a:r>
        </a:p>
      </dsp:txBody>
      <dsp:txXfrm>
        <a:off x="22846" y="2108671"/>
        <a:ext cx="6786087" cy="4223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4AE074-8CA0-437B-84B7-24452D3063B6}">
      <dsp:nvSpPr>
        <dsp:cNvPr id="0" name=""/>
        <dsp:cNvSpPr/>
      </dsp:nvSpPr>
      <dsp:spPr>
        <a:xfrm>
          <a:off x="0" y="69050"/>
          <a:ext cx="6469627" cy="760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Centralized log collection &amp; analysis</a:t>
          </a:r>
        </a:p>
      </dsp:txBody>
      <dsp:txXfrm>
        <a:off x="37125" y="106175"/>
        <a:ext cx="6395377" cy="686250"/>
      </dsp:txXfrm>
    </dsp:sp>
    <dsp:sp modelId="{6AF9117D-F784-49DD-BEF4-8ED0CF49D82F}">
      <dsp:nvSpPr>
        <dsp:cNvPr id="0" name=""/>
        <dsp:cNvSpPr/>
      </dsp:nvSpPr>
      <dsp:spPr>
        <a:xfrm>
          <a:off x="0" y="902107"/>
          <a:ext cx="6469627" cy="760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with pfSense, Virus Total, Postfix Server, Window 10 pro</a:t>
          </a:r>
        </a:p>
      </dsp:txBody>
      <dsp:txXfrm>
        <a:off x="37125" y="939232"/>
        <a:ext cx="6395377" cy="686250"/>
      </dsp:txXfrm>
    </dsp:sp>
    <dsp:sp modelId="{3E9FF630-A3C9-41E2-8BB4-274515114BDB}">
      <dsp:nvSpPr>
        <dsp:cNvPr id="0" name=""/>
        <dsp:cNvSpPr/>
      </dsp:nvSpPr>
      <dsp:spPr>
        <a:xfrm>
          <a:off x="0" y="1705250"/>
          <a:ext cx="6469627" cy="760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Rules engine for suspicious activity detection</a:t>
          </a:r>
        </a:p>
      </dsp:txBody>
      <dsp:txXfrm>
        <a:off x="37125" y="1742375"/>
        <a:ext cx="6395377" cy="686250"/>
      </dsp:txXfrm>
    </dsp:sp>
    <dsp:sp modelId="{BB3EA214-DC5C-428A-8506-33343320F999}">
      <dsp:nvSpPr>
        <dsp:cNvPr id="0" name=""/>
        <dsp:cNvSpPr/>
      </dsp:nvSpPr>
      <dsp:spPr>
        <a:xfrm>
          <a:off x="0" y="2523350"/>
          <a:ext cx="6469627" cy="760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Real-time alert generation</a:t>
          </a:r>
        </a:p>
      </dsp:txBody>
      <dsp:txXfrm>
        <a:off x="37125" y="2560475"/>
        <a:ext cx="6395377" cy="6862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63F59-939B-4AF3-84C1-0A06D4C38298}">
      <dsp:nvSpPr>
        <dsp:cNvPr id="0" name=""/>
        <dsp:cNvSpPr/>
      </dsp:nvSpPr>
      <dsp:spPr>
        <a:xfrm>
          <a:off x="0" y="248509"/>
          <a:ext cx="6448322" cy="585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IIS Webserver</a:t>
          </a:r>
        </a:p>
      </dsp:txBody>
      <dsp:txXfrm>
        <a:off x="28557" y="277066"/>
        <a:ext cx="6391208" cy="527886"/>
      </dsp:txXfrm>
    </dsp:sp>
    <dsp:sp modelId="{4D7354C3-41B5-429B-A568-95C61D52770D}">
      <dsp:nvSpPr>
        <dsp:cNvPr id="0" name=""/>
        <dsp:cNvSpPr/>
      </dsp:nvSpPr>
      <dsp:spPr>
        <a:xfrm>
          <a:off x="0" y="905509"/>
          <a:ext cx="6448322" cy="585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 Simulated attacker used for penetration testing</a:t>
          </a:r>
        </a:p>
      </dsp:txBody>
      <dsp:txXfrm>
        <a:off x="28557" y="934066"/>
        <a:ext cx="6391208" cy="527886"/>
      </dsp:txXfrm>
    </dsp:sp>
    <dsp:sp modelId="{CE35E989-8350-4C60-8CBF-7F24CBB13BFD}">
      <dsp:nvSpPr>
        <dsp:cNvPr id="0" name=""/>
        <dsp:cNvSpPr/>
      </dsp:nvSpPr>
      <dsp:spPr>
        <a:xfrm>
          <a:off x="0" y="1562509"/>
          <a:ext cx="6448322" cy="585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Logs captured by Wazuh agent</a:t>
          </a:r>
        </a:p>
      </dsp:txBody>
      <dsp:txXfrm>
        <a:off x="28557" y="1591066"/>
        <a:ext cx="6391208" cy="527886"/>
      </dsp:txXfrm>
    </dsp:sp>
    <dsp:sp modelId="{90C5F73C-0A52-4E34-839C-8ADD0131B728}">
      <dsp:nvSpPr>
        <dsp:cNvPr id="0" name=""/>
        <dsp:cNvSpPr/>
      </dsp:nvSpPr>
      <dsp:spPr>
        <a:xfrm>
          <a:off x="0" y="2219509"/>
          <a:ext cx="6448322" cy="585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 Used to evaluate system detection capabilities</a:t>
          </a:r>
        </a:p>
      </dsp:txBody>
      <dsp:txXfrm>
        <a:off x="28557" y="2248066"/>
        <a:ext cx="6391208" cy="52788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06BD4F-9C67-4C04-B036-635F1F58652E}">
      <dsp:nvSpPr>
        <dsp:cNvPr id="0" name=""/>
        <dsp:cNvSpPr/>
      </dsp:nvSpPr>
      <dsp:spPr>
        <a:xfrm>
          <a:off x="0" y="478395"/>
          <a:ext cx="6729495" cy="538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Postfix server configured with Wazuh</a:t>
          </a:r>
        </a:p>
      </dsp:txBody>
      <dsp:txXfrm>
        <a:off x="26273" y="504668"/>
        <a:ext cx="6676949" cy="485654"/>
      </dsp:txXfrm>
    </dsp:sp>
    <dsp:sp modelId="{67377901-C449-4476-8341-3CBC9243F242}">
      <dsp:nvSpPr>
        <dsp:cNvPr id="0" name=""/>
        <dsp:cNvSpPr/>
      </dsp:nvSpPr>
      <dsp:spPr>
        <a:xfrm>
          <a:off x="0" y="1082835"/>
          <a:ext cx="6729495" cy="538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Alerts sent based on severity thresholds (level 7 to ..)</a:t>
          </a:r>
        </a:p>
      </dsp:txBody>
      <dsp:txXfrm>
        <a:off x="26273" y="1109108"/>
        <a:ext cx="6676949" cy="485654"/>
      </dsp:txXfrm>
    </dsp:sp>
    <dsp:sp modelId="{E51D7D69-00C4-4209-9A76-0511B742A555}">
      <dsp:nvSpPr>
        <dsp:cNvPr id="0" name=""/>
        <dsp:cNvSpPr/>
      </dsp:nvSpPr>
      <dsp:spPr>
        <a:xfrm>
          <a:off x="0" y="1687275"/>
          <a:ext cx="6729495" cy="538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Helps in immediate response and awareness</a:t>
          </a:r>
        </a:p>
      </dsp:txBody>
      <dsp:txXfrm>
        <a:off x="26273" y="1713548"/>
        <a:ext cx="6676949" cy="4856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504A4-CF95-4919-9C63-A5752389C0AC}">
      <dsp:nvSpPr>
        <dsp:cNvPr id="0" name=""/>
        <dsp:cNvSpPr/>
      </dsp:nvSpPr>
      <dsp:spPr>
        <a:xfrm>
          <a:off x="0" y="642267"/>
          <a:ext cx="6743289" cy="608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Attack attempt from Kali to vulnerable system</a:t>
          </a:r>
        </a:p>
      </dsp:txBody>
      <dsp:txXfrm>
        <a:off x="29700" y="671967"/>
        <a:ext cx="6683889" cy="549000"/>
      </dsp:txXfrm>
    </dsp:sp>
    <dsp:sp modelId="{108E2829-3435-4822-9307-7377D072F65D}">
      <dsp:nvSpPr>
        <dsp:cNvPr id="0" name=""/>
        <dsp:cNvSpPr/>
      </dsp:nvSpPr>
      <dsp:spPr>
        <a:xfrm>
          <a:off x="0" y="1325548"/>
          <a:ext cx="6743289" cy="608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Suricata flags malicious traffic</a:t>
          </a:r>
        </a:p>
      </dsp:txBody>
      <dsp:txXfrm>
        <a:off x="29700" y="1355248"/>
        <a:ext cx="6683889" cy="549000"/>
      </dsp:txXfrm>
    </dsp:sp>
    <dsp:sp modelId="{3156FDEA-AC26-41B0-A1FA-B20C2E2D8D36}">
      <dsp:nvSpPr>
        <dsp:cNvPr id="0" name=""/>
        <dsp:cNvSpPr/>
      </dsp:nvSpPr>
      <dsp:spPr>
        <a:xfrm>
          <a:off x="0" y="2008828"/>
          <a:ext cx="6743289" cy="608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Wazuh</a:t>
          </a:r>
          <a:r>
            <a:rPr lang="en-US" sz="2600" kern="1200" dirty="0"/>
            <a:t> generates alert with attacker IP</a:t>
          </a:r>
        </a:p>
      </dsp:txBody>
      <dsp:txXfrm>
        <a:off x="29700" y="2038528"/>
        <a:ext cx="6683889" cy="549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688D3-0140-4D74-BF95-64AA8D10E54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1485B-53F6-43F6-ADCF-C708B8E27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5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1485B-53F6-43F6-ADCF-C708B8E272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53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1485B-53F6-43F6-ADCF-C708B8E272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63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052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22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706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5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3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6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218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0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8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82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80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11.jpeg"/><Relationship Id="rId7" Type="http://schemas.openxmlformats.org/officeDocument/2006/relationships/diagramData" Target="../diagrams/data2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11" Type="http://schemas.microsoft.com/office/2007/relationships/diagramDrawing" Target="../diagrams/drawing2.xml"/><Relationship Id="rId5" Type="http://schemas.openxmlformats.org/officeDocument/2006/relationships/image" Target="../media/image13.jpeg"/><Relationship Id="rId10" Type="http://schemas.openxmlformats.org/officeDocument/2006/relationships/diagramColors" Target="../diagrams/colors2.xml"/><Relationship Id="rId4" Type="http://schemas.openxmlformats.org/officeDocument/2006/relationships/image" Target="../media/image12.jpeg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9697" y="2364158"/>
            <a:ext cx="8252793" cy="1064842"/>
          </a:xfr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Security Integration Based On SIEM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3833" y="3759812"/>
            <a:ext cx="6276502" cy="1796356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>
              <a:lnSpc>
                <a:spcPct val="90000"/>
              </a:lnSpc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Sujal Lamichhane</a:t>
            </a:r>
            <a:endParaRPr lang="en-US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irmal 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dhikari</a:t>
            </a:r>
          </a:p>
          <a:p>
            <a:pPr algn="l">
              <a:lnSpc>
                <a:spcPct val="90000"/>
              </a:lnSpc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jjwal 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andel</a:t>
            </a:r>
          </a:p>
        </p:txBody>
      </p:sp>
      <p:pic>
        <p:nvPicPr>
          <p:cNvPr id="1026" name="Picture 2" descr="Forbes">
            <a:extLst>
              <a:ext uri="{FF2B5EF4-FFF2-40B4-BE49-F238E27FC236}">
                <a16:creationId xmlns:a16="http://schemas.microsoft.com/office/drawing/2014/main" id="{241C315E-701F-ED45-692E-E69752A96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23708" y="651391"/>
            <a:ext cx="2834235" cy="161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7922" y="1169764"/>
            <a:ext cx="4914492" cy="64920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0B155-94BD-19AA-DADC-3FFDB0008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3288" y="1818968"/>
            <a:ext cx="6555334" cy="4671474"/>
          </a:xfrm>
        </p:spPr>
        <p:txBody>
          <a:bodyPr>
            <a:noAutofit/>
          </a:bodyPr>
          <a:lstStyle/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Security Overview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Installation on pfSense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Suricata Integration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Wazuh SIEM with Virus Total &amp; Postfix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System 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Screenshots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742" y="1288026"/>
            <a:ext cx="8616335" cy="73742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Security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C885FD-C9AA-31E8-9B43-3DD46F7EC5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1501372"/>
              </p:ext>
            </p:extLst>
          </p:nvPr>
        </p:nvGraphicFramePr>
        <p:xfrm>
          <a:off x="1343742" y="1845955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CFE1-BA5B-1E24-341A-A248A7A01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082" y="1179870"/>
            <a:ext cx="4336027" cy="56044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D210C-35F3-3B9C-04BE-D9917EC8C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0" y="1848466"/>
            <a:ext cx="7482349" cy="439501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Monitoring: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— especially small businesses and schools — lack the capability to monitor and respond to threats in real-time.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Attacks: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brute-force logins, port scans, and reverse shells often go unnoticed due to poor or absent IDS/IPS setups.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Security Solutions: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SIEM and intrusion detection tools are very expensive and out of reach for many.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Integration Between Systems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Security systems are often fragmented, causing delayed response, poor visibility, and operational inefficiency.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Hands-On Learning Labs: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students and researchers, the absence of practical, interactive labs limits the learning of cybersecurity operations.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90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C8BE-5231-3C65-E71D-06C8CE5D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400" y="1229032"/>
            <a:ext cx="2841523" cy="62926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17E86-FF7A-BE37-C4EF-6EC930EBB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042" y="2178355"/>
            <a:ext cx="7130238" cy="3450613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secure lab with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pfSense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Suricata 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mimic an enterprise SOC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Suricata IDS/IPS to spot scans, brute-force attempts, and known exploits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 logs in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 for correlation, analysis, and alerting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real-time alerts for full visibility into network and host events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Showcase layered defenses (network + endpoint) working together.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820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External CD DVD Drive USB 3.0 Writer Burner Player for PC Laptop ...">
            <a:extLst>
              <a:ext uri="{FF2B5EF4-FFF2-40B4-BE49-F238E27FC236}">
                <a16:creationId xmlns:a16="http://schemas.microsoft.com/office/drawing/2014/main" id="{79F132EF-F560-2E3C-6C93-12A9CE24D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47848" y="5351155"/>
            <a:ext cx="1300228" cy="58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pen Source Security">
            <a:extLst>
              <a:ext uri="{FF2B5EF4-FFF2-40B4-BE49-F238E27FC236}">
                <a16:creationId xmlns:a16="http://schemas.microsoft.com/office/drawing/2014/main" id="{0BDEEA1A-5C66-25D0-AC6E-4B1EB028A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2355" y="2868961"/>
            <a:ext cx="1251584" cy="70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black and white logo&#10;&#10;AI-generated content may be incorrect.">
            <a:extLst>
              <a:ext uri="{FF2B5EF4-FFF2-40B4-BE49-F238E27FC236}">
                <a16:creationId xmlns:a16="http://schemas.microsoft.com/office/drawing/2014/main" id="{95AECE17-C421-136D-AA21-4F9F169BAD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170" y="3741178"/>
            <a:ext cx="1251584" cy="657081"/>
          </a:xfrm>
          <a:prstGeom prst="rect">
            <a:avLst/>
          </a:prstGeom>
        </p:spPr>
      </p:pic>
      <p:pic>
        <p:nvPicPr>
          <p:cNvPr id="2050" name="Picture 2" descr="Step by Step - Installing pfSense - superuser">
            <a:extLst>
              <a:ext uri="{FF2B5EF4-FFF2-40B4-BE49-F238E27FC236}">
                <a16:creationId xmlns:a16="http://schemas.microsoft.com/office/drawing/2014/main" id="{ED5EA786-B401-0B13-09B7-6D0D0D2E2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2170" y="1989656"/>
            <a:ext cx="1251584" cy="79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291" y="655463"/>
            <a:ext cx="4948521" cy="1563899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A9B5844-DBA5-B3BB-878D-4D2A872064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3218721"/>
              </p:ext>
            </p:extLst>
          </p:nvPr>
        </p:nvGraphicFramePr>
        <p:xfrm>
          <a:off x="757102" y="1995747"/>
          <a:ext cx="5151900" cy="4021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AutoShape 6" descr="Image result for wazuh">
            <a:extLst>
              <a:ext uri="{FF2B5EF4-FFF2-40B4-BE49-F238E27FC236}">
                <a16:creationId xmlns:a16="http://schemas.microsoft.com/office/drawing/2014/main" id="{04B66BCC-6BC4-CEB3-9466-7F37AAA2EB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57019" y="32426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A5613-B008-DCB0-9D3D-B8AD4F0BD5E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6974" y="4677465"/>
            <a:ext cx="1929358" cy="43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7793" y="928944"/>
            <a:ext cx="6216024" cy="74765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2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9" name="Content Placeholder 8" descr="A diagram of a company&#10;&#10;AI-generated content may be incorrect.">
            <a:extLst>
              <a:ext uri="{FF2B5EF4-FFF2-40B4-BE49-F238E27FC236}">
                <a16:creationId xmlns:a16="http://schemas.microsoft.com/office/drawing/2014/main" id="{3F6DD69B-A1B8-310D-5B69-1BD14C80C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76" y="2192594"/>
            <a:ext cx="8681416" cy="3362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160" y="1268261"/>
            <a:ext cx="7648121" cy="570372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Installation on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pfSense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9ECA7A0B-1CD5-99C4-C258-C8439B504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752291"/>
              </p:ext>
            </p:extLst>
          </p:nvPr>
        </p:nvGraphicFramePr>
        <p:xfrm>
          <a:off x="1319160" y="2477628"/>
          <a:ext cx="6664633" cy="244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372" y="1366479"/>
            <a:ext cx="4796503" cy="68836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Suricata with pf-Sense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97835C1-16BB-E1AC-5162-E2ACADAB87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6578237"/>
              </p:ext>
            </p:extLst>
          </p:nvPr>
        </p:nvGraphicFramePr>
        <p:xfrm>
          <a:off x="1402735" y="2054840"/>
          <a:ext cx="6831779" cy="3062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3262-1E37-E2B3-985D-29738AE94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390" y="730764"/>
            <a:ext cx="2681413" cy="102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set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D6EDA2-5CD2-EC4E-9407-F728DE354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0" y="1904999"/>
            <a:ext cx="4613357" cy="405778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D32239-E802-7D11-B447-BD50363AD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177" y="1904999"/>
            <a:ext cx="4007916" cy="3445784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2F8DC0-B004-B64F-A85D-0A1355087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177" y="5180657"/>
            <a:ext cx="4302746" cy="82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94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2386" y="1160206"/>
            <a:ext cx="4904659" cy="550607"/>
          </a:xfrm>
        </p:spPr>
        <p:txBody>
          <a:bodyPr>
            <a:normAutofit/>
          </a:bodyPr>
          <a:lstStyle/>
          <a:p>
            <a:r>
              <a:rPr dirty="0" err="1"/>
              <a:t>Wazuh</a:t>
            </a:r>
            <a:r>
              <a:rPr dirty="0"/>
              <a:t> SIEM Platform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0C8430-688F-3D39-0FBB-7A3029281D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289382"/>
              </p:ext>
            </p:extLst>
          </p:nvPr>
        </p:nvGraphicFramePr>
        <p:xfrm>
          <a:off x="1632153" y="2202325"/>
          <a:ext cx="6469627" cy="3352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77E6AC-BD19-5BBD-8106-163CD9F14481}"/>
              </a:ext>
            </a:extLst>
          </p:cNvPr>
          <p:cNvSpPr txBox="1"/>
          <p:nvPr/>
        </p:nvSpPr>
        <p:spPr>
          <a:xfrm>
            <a:off x="1693206" y="599318"/>
            <a:ext cx="6216024" cy="1096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WAZUH Web Dashboard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930E9A-8A66-DB7A-2197-6A8043EA90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498" b="-1"/>
          <a:stretch>
            <a:fillRect/>
          </a:stretch>
        </p:blipFill>
        <p:spPr>
          <a:xfrm>
            <a:off x="1021614" y="1695966"/>
            <a:ext cx="7414463" cy="433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73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7020" y="1150374"/>
            <a:ext cx="4275394" cy="678426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</a:t>
            </a:r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46F857-0EB2-B555-8305-E1B482143E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0954968"/>
              </p:ext>
            </p:extLst>
          </p:nvPr>
        </p:nvGraphicFramePr>
        <p:xfrm>
          <a:off x="1533832" y="2094271"/>
          <a:ext cx="6448322" cy="3053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879" y="1248595"/>
            <a:ext cx="6487915" cy="590037"/>
          </a:xfrm>
        </p:spPr>
        <p:txBody>
          <a:bodyPr>
            <a:normAutofit/>
          </a:bodyPr>
          <a:lstStyle/>
          <a:p>
            <a:r>
              <a:rPr lang="en-US" dirty="0"/>
              <a:t>Email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  <a:r>
              <a:rPr lang="en-US" dirty="0"/>
              <a:t> to Admin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2CFF3C-109F-19C0-BFC7-E8727903DE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4615426"/>
              </p:ext>
            </p:extLst>
          </p:nvPr>
        </p:nvGraphicFramePr>
        <p:xfrm>
          <a:off x="1495879" y="2153263"/>
          <a:ext cx="6729495" cy="2703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3532" y="1258804"/>
            <a:ext cx="3767575" cy="58615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C7A63A-64B4-392F-97BB-E4BE8F9DC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6880494"/>
              </p:ext>
            </p:extLst>
          </p:nvPr>
        </p:nvGraphicFramePr>
        <p:xfrm>
          <a:off x="1425676" y="1976284"/>
          <a:ext cx="6743289" cy="3259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B700D-7F5F-8EBF-3B79-25E804136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153" y="1066922"/>
            <a:ext cx="5174389" cy="655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61050-317F-7296-C486-4C34066D6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8155" y="2188477"/>
            <a:ext cx="818223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 err="1"/>
              <a:t>sudo</a:t>
            </a:r>
            <a:r>
              <a:rPr lang="en-US" sz="2400" dirty="0"/>
              <a:t> hping3 -S --flood  -p 80 192.168.10.10</a:t>
            </a:r>
          </a:p>
        </p:txBody>
      </p:sp>
      <p:pic>
        <p:nvPicPr>
          <p:cNvPr id="2050" name="Picture 2" descr="TCP vs UDP: What is the Difference Between Both Protocols?">
            <a:extLst>
              <a:ext uri="{FF2B5EF4-FFF2-40B4-BE49-F238E27FC236}">
                <a16:creationId xmlns:a16="http://schemas.microsoft.com/office/drawing/2014/main" id="{953ED018-B198-F448-4599-C4568171A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1758" y="3250122"/>
            <a:ext cx="4210812" cy="143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303FE8-A68E-EA05-D0FF-FA6D2789D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056539"/>
              </p:ext>
            </p:extLst>
          </p:nvPr>
        </p:nvGraphicFramePr>
        <p:xfrm>
          <a:off x="5093111" y="2741136"/>
          <a:ext cx="3810860" cy="322163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100967">
                  <a:extLst>
                    <a:ext uri="{9D8B030D-6E8A-4147-A177-3AD203B41FA5}">
                      <a16:colId xmlns:a16="http://schemas.microsoft.com/office/drawing/2014/main" val="2225517727"/>
                    </a:ext>
                  </a:extLst>
                </a:gridCol>
                <a:gridCol w="2709893">
                  <a:extLst>
                    <a:ext uri="{9D8B030D-6E8A-4147-A177-3AD203B41FA5}">
                      <a16:colId xmlns:a16="http://schemas.microsoft.com/office/drawing/2014/main" val="166278930"/>
                    </a:ext>
                  </a:extLst>
                </a:gridCol>
              </a:tblGrid>
              <a:tr h="309641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Part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367106"/>
                  </a:ext>
                </a:extLst>
              </a:tr>
              <a:tr h="647450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sudo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Runs the command with superuser privileges (required for raw packet crafting).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099384"/>
                  </a:ext>
                </a:extLst>
              </a:tr>
              <a:tr h="309641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hping3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A packet crafting tool for TCP/IP.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357367"/>
                  </a:ext>
                </a:extLst>
              </a:tr>
              <a:tr h="478546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-S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Sends TCP packets with the SYN flag set.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722516"/>
                  </a:ext>
                </a:extLst>
              </a:tr>
              <a:tr h="478546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--flood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Sends packets as fast as possible (used for flooding).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680987"/>
                  </a:ext>
                </a:extLst>
              </a:tr>
              <a:tr h="309641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-p 80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Targets port 80 (HTTP).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363268"/>
                  </a:ext>
                </a:extLst>
              </a:tr>
              <a:tr h="478546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192.168.10.10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Target IP address.</a:t>
                      </a:r>
                    </a:p>
                  </a:txBody>
                  <a:tcPr marL="99048" marR="76191" marT="76191" marB="761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2362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D03A434-FC89-2EE3-5F54-8D7346054466}"/>
              </a:ext>
            </a:extLst>
          </p:cNvPr>
          <p:cNvSpPr txBox="1"/>
          <p:nvPr/>
        </p:nvSpPr>
        <p:spPr>
          <a:xfrm>
            <a:off x="741758" y="4870737"/>
            <a:ext cx="39321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command simulates a </a:t>
            </a:r>
            <a:r>
              <a:rPr lang="en-US" b="1" dirty="0"/>
              <a:t>Denial of Service (DoS)</a:t>
            </a:r>
            <a:r>
              <a:rPr lang="en-US" dirty="0"/>
              <a:t> attack</a:t>
            </a:r>
          </a:p>
        </p:txBody>
      </p:sp>
    </p:spTree>
    <p:extLst>
      <p:ext uri="{BB962C8B-B14F-4D97-AF65-F5344CB8AC3E}">
        <p14:creationId xmlns:p14="http://schemas.microsoft.com/office/powerpoint/2010/main" val="4276274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white paper with black lines&#10;&#10;AI-generated content may be incorrect.">
            <a:extLst>
              <a:ext uri="{FF2B5EF4-FFF2-40B4-BE49-F238E27FC236}">
                <a16:creationId xmlns:a16="http://schemas.microsoft.com/office/drawing/2014/main" id="{CCBAAE74-7C15-EE73-562C-F253667C7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1" y="175467"/>
            <a:ext cx="5741848" cy="2957052"/>
          </a:xfrm>
          <a:prstGeom prst="rect">
            <a:avLst/>
          </a:prstGeom>
        </p:spPr>
      </p:pic>
      <p:pic>
        <p:nvPicPr>
          <p:cNvPr id="7" name="Picture 6" descr="A screenshot of a calendar&#10;&#10;AI-generated content may be incorrect.">
            <a:extLst>
              <a:ext uri="{FF2B5EF4-FFF2-40B4-BE49-F238E27FC236}">
                <a16:creationId xmlns:a16="http://schemas.microsoft.com/office/drawing/2014/main" id="{1B764FD9-CA4D-A89D-E347-8A8A51926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429" y="3132519"/>
            <a:ext cx="6199235" cy="292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10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6EADB-6E56-8D2B-BC8C-466CBB71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988" y="1101212"/>
            <a:ext cx="6216024" cy="7240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Metasploit</a:t>
            </a:r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951E18E-7026-2827-33B0-EA551E653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7296" y="2205966"/>
            <a:ext cx="7677928" cy="335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07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1BDE6A-C780-301E-56C9-CAB1220EE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58" y="967530"/>
            <a:ext cx="7692484" cy="446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58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A73D543-70A2-4C8C-1993-569C7EAC1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63" y="472415"/>
            <a:ext cx="4562893" cy="3969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AB3678-7928-9434-3608-1814C8DCE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1" y="4952112"/>
            <a:ext cx="8990437" cy="1001730"/>
          </a:xfrm>
          <a:prstGeom prst="rect">
            <a:avLst/>
          </a:prstGeom>
        </p:spPr>
      </p:pic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DC7B840-7381-C0C4-9BD9-0423486B9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019" y="1765241"/>
            <a:ext cx="4164154" cy="15537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BF4BBE-B638-115B-2662-952FCBEC8BC1}"/>
              </a:ext>
            </a:extLst>
          </p:cNvPr>
          <p:cNvSpPr txBox="1"/>
          <p:nvPr/>
        </p:nvSpPr>
        <p:spPr>
          <a:xfrm>
            <a:off x="6085568" y="1317389"/>
            <a:ext cx="1500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Victim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9061D7-AC95-AFB4-47CB-1DC8F718924C}"/>
              </a:ext>
            </a:extLst>
          </p:cNvPr>
          <p:cNvSpPr txBox="1"/>
          <p:nvPr/>
        </p:nvSpPr>
        <p:spPr>
          <a:xfrm>
            <a:off x="153563" y="4582780"/>
            <a:ext cx="1661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Session started: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68ED6-ED72-26A3-097F-9843B2D2A637}"/>
              </a:ext>
            </a:extLst>
          </p:cNvPr>
          <p:cNvSpPr txBox="1"/>
          <p:nvPr/>
        </p:nvSpPr>
        <p:spPr>
          <a:xfrm>
            <a:off x="0" y="103083"/>
            <a:ext cx="325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Listening on port 4444 (Attacker)</a:t>
            </a:r>
          </a:p>
        </p:txBody>
      </p:sp>
    </p:spTree>
    <p:extLst>
      <p:ext uri="{BB962C8B-B14F-4D97-AF65-F5344CB8AC3E}">
        <p14:creationId xmlns:p14="http://schemas.microsoft.com/office/powerpoint/2010/main" val="2527504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43135-9AFA-A056-732A-9F9AF26F5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709" y="1162310"/>
            <a:ext cx="2066015" cy="60367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377838-D36B-5664-5EC6-484554039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847" y="2428817"/>
            <a:ext cx="7812329" cy="132712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658DFF-5118-27C7-0017-0F73B4217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47" y="4616966"/>
            <a:ext cx="8000794" cy="6553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014793-6E40-5710-A75C-4057172A2A9F}"/>
              </a:ext>
            </a:extLst>
          </p:cNvPr>
          <p:cNvSpPr txBox="1"/>
          <p:nvPr/>
        </p:nvSpPr>
        <p:spPr>
          <a:xfrm>
            <a:off x="741848" y="1998303"/>
            <a:ext cx="2066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pfsense</a:t>
            </a:r>
            <a:r>
              <a:rPr lang="en-US" dirty="0"/>
              <a:t> / </a:t>
            </a:r>
            <a:r>
              <a:rPr lang="en-US" dirty="0" err="1"/>
              <a:t>suricata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350733-42F9-1553-7427-834EC7870A5B}"/>
              </a:ext>
            </a:extLst>
          </p:cNvPr>
          <p:cNvSpPr txBox="1"/>
          <p:nvPr/>
        </p:nvSpPr>
        <p:spPr>
          <a:xfrm>
            <a:off x="710044" y="4154767"/>
            <a:ext cx="2129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Wazuh</a:t>
            </a:r>
            <a:r>
              <a:rPr lang="en-US" dirty="0"/>
              <a:t> Dashboard</a:t>
            </a:r>
          </a:p>
        </p:txBody>
      </p:sp>
    </p:spTree>
    <p:extLst>
      <p:ext uri="{BB962C8B-B14F-4D97-AF65-F5344CB8AC3E}">
        <p14:creationId xmlns:p14="http://schemas.microsoft.com/office/powerpoint/2010/main" val="3748628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7E87D-8124-DABF-42D7-6575A40B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988" y="1032386"/>
            <a:ext cx="6216024" cy="56675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3900" kern="1200" dirty="0">
                <a:latin typeface="+mj-lt"/>
                <a:ea typeface="+mj-ea"/>
                <a:cs typeface="+mj-cs"/>
              </a:rPr>
              <a:t>Email Notification sample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99BCF1-EC12-1B13-7E5B-BAD486940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38" y="2107389"/>
            <a:ext cx="7764140" cy="362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29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FFCB-DC02-4EAB-E263-D16A9BE4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002" y="1249461"/>
            <a:ext cx="3403811" cy="478911"/>
          </a:xfrm>
        </p:spPr>
        <p:txBody>
          <a:bodyPr>
            <a:normAutofit fontScale="90000"/>
          </a:bodyPr>
          <a:lstStyle/>
          <a:p>
            <a:r>
              <a:rPr lang="en-US" dirty="0"/>
              <a:t>Budget Analysis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3772C98-4AED-9829-6D75-F42036FA28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3774673"/>
              </p:ext>
            </p:extLst>
          </p:nvPr>
        </p:nvGraphicFramePr>
        <p:xfrm>
          <a:off x="1783066" y="2001785"/>
          <a:ext cx="5577867" cy="3789433"/>
        </p:xfrm>
        <a:graphic>
          <a:graphicData uri="http://schemas.openxmlformats.org/drawingml/2006/table">
            <a:tbl>
              <a:tblPr firstRow="1" firstCol="1" bandRow="1"/>
              <a:tblGrid>
                <a:gridCol w="2679347">
                  <a:extLst>
                    <a:ext uri="{9D8B030D-6E8A-4147-A177-3AD203B41FA5}">
                      <a16:colId xmlns:a16="http://schemas.microsoft.com/office/drawing/2014/main" val="1099484087"/>
                    </a:ext>
                  </a:extLst>
                </a:gridCol>
                <a:gridCol w="2898520">
                  <a:extLst>
                    <a:ext uri="{9D8B030D-6E8A-4147-A177-3AD203B41FA5}">
                      <a16:colId xmlns:a16="http://schemas.microsoft.com/office/drawing/2014/main" val="1257806953"/>
                    </a:ext>
                  </a:extLst>
                </a:gridCol>
              </a:tblGrid>
              <a:tr h="2872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Item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Cost (USD)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073408"/>
                  </a:ext>
                </a:extLst>
              </a:tr>
              <a:tr h="6136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(Servers/VM Hosts)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$1500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00122"/>
                  </a:ext>
                </a:extLst>
              </a:tr>
              <a:tr h="6136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pfSense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Hardware/VM Setup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$300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218756"/>
                  </a:ext>
                </a:extLst>
              </a:tr>
              <a:tr h="3747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Suricata Setup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$0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620625"/>
                  </a:ext>
                </a:extLst>
              </a:tr>
              <a:tr h="3491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Wazuh Server &amp; Agents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$0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907515"/>
                  </a:ext>
                </a:extLst>
              </a:tr>
              <a:tr h="3579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Networking Equipment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$600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538395"/>
                  </a:ext>
                </a:extLst>
              </a:tr>
              <a:tr h="4137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Storage (Logs/Backups)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$400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353001"/>
                  </a:ext>
                </a:extLst>
              </a:tr>
              <a:tr h="3362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Miscellaneous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$300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9622"/>
                  </a:ext>
                </a:extLst>
              </a:tr>
              <a:tr h="4082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$3100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911" marR="64911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080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BDB0476-EEDB-4265-83B6-943A9C4F77E2}"/>
              </a:ext>
            </a:extLst>
          </p:cNvPr>
          <p:cNvSpPr txBox="1"/>
          <p:nvPr/>
        </p:nvSpPr>
        <p:spPr>
          <a:xfrm>
            <a:off x="5126772" y="5791218"/>
            <a:ext cx="48038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 US Dollar (USD) = 136.49 Nepalese Rupees (NPR)</a:t>
            </a:r>
          </a:p>
        </p:txBody>
      </p:sp>
    </p:spTree>
    <p:extLst>
      <p:ext uri="{BB962C8B-B14F-4D97-AF65-F5344CB8AC3E}">
        <p14:creationId xmlns:p14="http://schemas.microsoft.com/office/powerpoint/2010/main" val="2577382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4035" y="1275722"/>
            <a:ext cx="3287249" cy="532981"/>
          </a:xfrm>
        </p:spPr>
        <p:txBody>
          <a:bodyPr>
            <a:normAutofit/>
          </a:bodyPr>
          <a:lstStyle/>
          <a:p>
            <a:r>
              <a:rPr dirty="0"/>
              <a:t>Time Schedule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DC27165-0926-D0D8-4938-EC8FD19E0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404574"/>
              </p:ext>
            </p:extLst>
          </p:nvPr>
        </p:nvGraphicFramePr>
        <p:xfrm>
          <a:off x="1411793" y="1936317"/>
          <a:ext cx="6682418" cy="4594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>
                  <a:extLst>
                    <a:ext uri="{9D8B030D-6E8A-4147-A177-3AD203B41FA5}">
                      <a16:colId xmlns:a16="http://schemas.microsoft.com/office/drawing/2014/main" val="202761953"/>
                    </a:ext>
                  </a:extLst>
                </a:gridCol>
                <a:gridCol w="587693">
                  <a:extLst>
                    <a:ext uri="{9D8B030D-6E8A-4147-A177-3AD203B41FA5}">
                      <a16:colId xmlns:a16="http://schemas.microsoft.com/office/drawing/2014/main" val="2799196278"/>
                    </a:ext>
                  </a:extLst>
                </a:gridCol>
                <a:gridCol w="2672080">
                  <a:extLst>
                    <a:ext uri="{9D8B030D-6E8A-4147-A177-3AD203B41FA5}">
                      <a16:colId xmlns:a16="http://schemas.microsoft.com/office/drawing/2014/main" val="1739365604"/>
                    </a:ext>
                  </a:extLst>
                </a:gridCol>
                <a:gridCol w="1918965">
                  <a:extLst>
                    <a:ext uri="{9D8B030D-6E8A-4147-A177-3AD203B41FA5}">
                      <a16:colId xmlns:a16="http://schemas.microsoft.com/office/drawing/2014/main" val="279140543"/>
                    </a:ext>
                  </a:extLst>
                </a:gridCol>
              </a:tblGrid>
              <a:tr h="43088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527034"/>
                  </a:ext>
                </a:extLst>
              </a:tr>
              <a:tr h="43088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May – 1 June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Preliminary Research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664402"/>
                  </a:ext>
                </a:extLst>
              </a:tr>
              <a:tr h="43088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June – 8 June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Infrastructure Preparation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392820"/>
                  </a:ext>
                </a:extLst>
              </a:tr>
              <a:tr h="43088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June – 18 June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 Installation &amp; Configuration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449531"/>
                  </a:ext>
                </a:extLst>
              </a:tr>
              <a:tr h="43088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 June – 27 June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Integration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08511"/>
                  </a:ext>
                </a:extLst>
              </a:tr>
              <a:tr h="43088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 June – 5 July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 Resolution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131196"/>
                  </a:ext>
                </a:extLst>
              </a:tr>
              <a:tr h="43088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July – 12 July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Verification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94640"/>
                  </a:ext>
                </a:extLst>
              </a:tr>
              <a:tr h="43088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July – 19 July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Reporting &amp; Documentation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242624"/>
                  </a:ext>
                </a:extLst>
              </a:tr>
              <a:tr h="43088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July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Buffer &amp; Submission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018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BB8A-4B63-122C-6E89-E2AB38A0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985" y="1216503"/>
            <a:ext cx="3460105" cy="66254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7F85F-E3C9-F990-6755-27C0E158A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49" y="1557823"/>
            <a:ext cx="7446013" cy="375202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that a robust, multi-layered cybersecurity monitoring system can be built using open-source tools like pfSense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Suricata, and Wazuh.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simulated attacks and real-time log analysis, this project successfully: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and alerted on various threats (e.g., port scans, brute-force, exploit attempts)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Correlated host and network activity for deeper insight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a centralized, scalable, and affordable monitoring framework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not only strengthens the security posture of small organizations and educational institutions but also serves as a practical platform for cybersecurity training and research.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769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38144" y="2590800"/>
            <a:ext cx="4605359" cy="990600"/>
          </a:xfrm>
        </p:spPr>
        <p:txBody>
          <a:bodyPr anchor="b">
            <a:normAutofit/>
          </a:bodyPr>
          <a:lstStyle/>
          <a:p>
            <a:pPr algn="l"/>
            <a:r>
              <a:rPr lang="en-US" sz="6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36bed93-4262-4ad1-9bca-153b6a89baa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30835A6498884EBC987FE3248C67DB" ma:contentTypeVersion="12" ma:contentTypeDescription="Create a new document." ma:contentTypeScope="" ma:versionID="83f177fb740d7e3eabbe725b076212b1">
  <xsd:schema xmlns:xsd="http://www.w3.org/2001/XMLSchema" xmlns:xs="http://www.w3.org/2001/XMLSchema" xmlns:p="http://schemas.microsoft.com/office/2006/metadata/properties" xmlns:ns3="136bed93-4262-4ad1-9bca-153b6a89baa6" targetNamespace="http://schemas.microsoft.com/office/2006/metadata/properties" ma:root="true" ma:fieldsID="6209bb299758b27e0789aec38ae61407" ns3:_="">
    <xsd:import namespace="136bed93-4262-4ad1-9bca-153b6a89baa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6bed93-4262-4ad1-9bca-153b6a89ba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F6BE1A-64D7-47AF-B551-FEABBD2F08D5}">
  <ds:schemaRefs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136bed93-4262-4ad1-9bca-153b6a89baa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3BD19D7-6DF2-4F96-B23B-803D6477A121}">
  <ds:schemaRefs>
    <ds:schemaRef ds:uri="136bed93-4262-4ad1-9bca-153b6a89ba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704175-08D6-4665-8289-C110040995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56</TotalTime>
  <Words>820</Words>
  <Application>Microsoft Office PowerPoint</Application>
  <PresentationFormat>On-screen Show (4:3)</PresentationFormat>
  <Paragraphs>163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Gill Sans MT</vt:lpstr>
      <vt:lpstr>Times New Roman</vt:lpstr>
      <vt:lpstr>Gallery</vt:lpstr>
      <vt:lpstr>Multi-layer Security Integration Based On SIEM Solution</vt:lpstr>
      <vt:lpstr>Table of Contents</vt:lpstr>
      <vt:lpstr>Multi-layer Security Overview</vt:lpstr>
      <vt:lpstr>Problem Statement</vt:lpstr>
      <vt:lpstr>Objectives</vt:lpstr>
      <vt:lpstr>Technologies USED </vt:lpstr>
      <vt:lpstr>System Architecture</vt:lpstr>
      <vt:lpstr>Agent Installation on pfSense</vt:lpstr>
      <vt:lpstr>Suricata with pf-Sense</vt:lpstr>
      <vt:lpstr>Rule set</vt:lpstr>
      <vt:lpstr>Wazuh SIEM Platform</vt:lpstr>
      <vt:lpstr>PowerPoint Presentation</vt:lpstr>
      <vt:lpstr>Vulnerable System</vt:lpstr>
      <vt:lpstr>Email Notification to Admin</vt:lpstr>
      <vt:lpstr>Demonstration</vt:lpstr>
      <vt:lpstr>Attack Technique</vt:lpstr>
      <vt:lpstr>PowerPoint Presentation</vt:lpstr>
      <vt:lpstr>Metasploit</vt:lpstr>
      <vt:lpstr>PowerPoint Presentation</vt:lpstr>
      <vt:lpstr>PowerPoint Presentation</vt:lpstr>
      <vt:lpstr>Alerts</vt:lpstr>
      <vt:lpstr>Email Notification sample</vt:lpstr>
      <vt:lpstr>Budget Analysis</vt:lpstr>
      <vt:lpstr>Time Schedule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Sujal Lamichhane</dc:creator>
  <cp:keywords/>
  <dc:description>generated using python-pptx</dc:description>
  <cp:lastModifiedBy>Anuj Khanal</cp:lastModifiedBy>
  <cp:revision>27</cp:revision>
  <dcterms:created xsi:type="dcterms:W3CDTF">2025-09-21T15:10:58Z</dcterms:created>
  <dcterms:modified xsi:type="dcterms:W3CDTF">2025-09-21T16:09:03Z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2025-07-05T03:36:17Z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7eef2c32-1710-48da-a940-75ad20ab28d4</vt:lpwstr>
  </property>
  <property fmtid="{D5CDD505-2E9C-101B-9397-08002B2CF9AE}" pid="7" name="MSIP_Label_defa4170-0d19-0005-0004-bc88714345d2_ActionId">
    <vt:lpwstr>efa28889-efb0-4636-9a31-f131e56337c8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  <property fmtid="{D5CDD505-2E9C-101B-9397-08002B2CF9AE}" pid="10" name="ContentTypeId">
    <vt:lpwstr>0x0101004930835A6498884EBC987FE3248C67DB</vt:lpwstr>
  </property>
</Properties>
</file>